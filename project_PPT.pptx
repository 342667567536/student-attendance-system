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9144000"/>
  <p:embeddedFontLst>
    <p:embeddedFont>
      <p:font typeface="Quattrocento Sans"/>
      <p:regular r:id="rId16"/>
      <p:bold r:id="rId17"/>
      <p:italic r:id="rId18"/>
      <p:boldItalic r:id="rId19"/>
    </p:embeddedFont>
    <p:embeddedFont>
      <p:font typeface="Arial Black"/>
      <p:regular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1" roundtripDataSignature="AMtx7mh9zDsaEleHuW3X4D2hy/ERI+7h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rialBlack-regular.fntdata"/><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QuattrocentoSans-bold.fntdata"/><Relationship Id="rId16" Type="http://schemas.openxmlformats.org/officeDocument/2006/relationships/font" Target="fonts/QuattrocentoSans-regular.fntdata"/><Relationship Id="rId5" Type="http://schemas.openxmlformats.org/officeDocument/2006/relationships/notesMaster" Target="notesMasters/notesMaster1.xml"/><Relationship Id="rId19" Type="http://schemas.openxmlformats.org/officeDocument/2006/relationships/font" Target="fonts/QuattrocentoSans-boldItalic.fntdata"/><Relationship Id="rId6" Type="http://schemas.openxmlformats.org/officeDocument/2006/relationships/slide" Target="slides/slide1.xml"/><Relationship Id="rId18" Type="http://schemas.openxmlformats.org/officeDocument/2006/relationships/font" Target="fonts/QuattrocentoSans-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6" name="Shape 16"/>
        <p:cNvGrpSpPr/>
        <p:nvPr/>
      </p:nvGrpSpPr>
      <p:grpSpPr>
        <a:xfrm>
          <a:off x="0" y="0"/>
          <a:ext cx="0" cy="0"/>
          <a:chOff x="0" y="0"/>
          <a:chExt cx="0" cy="0"/>
        </a:xfrm>
      </p:grpSpPr>
      <p:sp>
        <p:nvSpPr>
          <p:cNvPr id="17" name="Google Shape;17;p14"/>
          <p:cNvSpPr/>
          <p:nvPr/>
        </p:nvSpPr>
        <p:spPr>
          <a:xfrm>
            <a:off x="0" y="4035485"/>
            <a:ext cx="12192000" cy="2822515"/>
          </a:xfrm>
          <a:prstGeom prst="rect">
            <a:avLst/>
          </a:prstGeom>
          <a:solidFill>
            <a:srgbClr val="418AB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descr="C:\Users\Admin\Desktop\New folder (3)\PPT\AcroLogoTransparant.png" id="18" name="Google Shape;18;p14"/>
          <p:cNvPicPr preferRelativeResize="0"/>
          <p:nvPr/>
        </p:nvPicPr>
        <p:blipFill rotWithShape="1">
          <a:blip r:embed="rId2">
            <a:alphaModFix/>
          </a:blip>
          <a:srcRect b="0" l="0" r="0" t="0"/>
          <a:stretch/>
        </p:blipFill>
        <p:spPr>
          <a:xfrm>
            <a:off x="2353479" y="1317808"/>
            <a:ext cx="7485043" cy="1516818"/>
          </a:xfrm>
          <a:prstGeom prst="rect">
            <a:avLst/>
          </a:prstGeom>
          <a:noFill/>
          <a:ln>
            <a:noFill/>
          </a:ln>
        </p:spPr>
      </p:pic>
      <p:sp>
        <p:nvSpPr>
          <p:cNvPr id="19" name="Google Shape;19;p14"/>
          <p:cNvSpPr/>
          <p:nvPr/>
        </p:nvSpPr>
        <p:spPr>
          <a:xfrm>
            <a:off x="246762" y="4621311"/>
            <a:ext cx="11698476" cy="150810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600" u="none" cap="none" strike="noStrike">
                <a:solidFill>
                  <a:schemeClr val="lt1"/>
                </a:solidFill>
                <a:latin typeface="Arial Black"/>
                <a:ea typeface="Arial Black"/>
                <a:cs typeface="Arial Black"/>
                <a:sym typeface="Arial Black"/>
              </a:rPr>
              <a:t>Acropolis Institute of Technology &amp; Research, Indore</a:t>
            </a:r>
            <a:endParaRPr/>
          </a:p>
        </p:txBody>
      </p:sp>
      <p:sp>
        <p:nvSpPr>
          <p:cNvPr id="20" name="Google Shape;20;p14"/>
          <p:cNvSpPr txBox="1"/>
          <p:nvPr/>
        </p:nvSpPr>
        <p:spPr>
          <a:xfrm>
            <a:off x="8498541" y="6454562"/>
            <a:ext cx="3680012" cy="36933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1800" u="none" cap="none" strike="noStrike">
                <a:solidFill>
                  <a:schemeClr val="dk1"/>
                </a:solidFill>
                <a:latin typeface="Quattrocento Sans"/>
                <a:ea typeface="Quattrocento Sans"/>
                <a:cs typeface="Quattrocento Sans"/>
                <a:sym typeface="Quattrocento Sans"/>
              </a:rPr>
              <a:t>www.acropolis.in</a:t>
            </a:r>
            <a:endParaRP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15"/>
          <p:cNvSpPr/>
          <p:nvPr/>
        </p:nvSpPr>
        <p:spPr>
          <a:xfrm>
            <a:off x="0" y="0"/>
            <a:ext cx="12192000" cy="4866468"/>
          </a:xfrm>
          <a:prstGeom prst="rect">
            <a:avLst/>
          </a:prstGeom>
          <a:solidFill>
            <a:srgbClr val="418AB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3" name="Google Shape;23;p15"/>
          <p:cNvSpPr txBox="1"/>
          <p:nvPr>
            <p:ph type="ctrTitle"/>
          </p:nvPr>
        </p:nvSpPr>
        <p:spPr>
          <a:xfrm>
            <a:off x="838200" y="2061006"/>
            <a:ext cx="10515600" cy="2387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7200"/>
              <a:buFont typeface="Calibri"/>
              <a:buNone/>
              <a:defRPr b="1" sz="72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5"/>
          <p:cNvSpPr txBox="1"/>
          <p:nvPr>
            <p:ph idx="1" type="subTitle"/>
          </p:nvPr>
        </p:nvSpPr>
        <p:spPr>
          <a:xfrm>
            <a:off x="76704" y="5110609"/>
            <a:ext cx="12037454" cy="1137793"/>
          </a:xfrm>
          <a:prstGeom prst="rect">
            <a:avLst/>
          </a:prstGeom>
          <a:noFill/>
          <a:ln>
            <a:noFill/>
          </a:ln>
        </p:spPr>
        <p:txBody>
          <a:bodyPr anchorCtr="0" anchor="t" bIns="45700" lIns="91425" spcFirstLastPara="1" rIns="91425" wrap="square" tIns="45700">
            <a:normAutofit/>
          </a:bodyPr>
          <a:lstStyle>
            <a:lvl1pPr lvl="0" algn="r">
              <a:lnSpc>
                <a:spcPct val="150000"/>
              </a:lnSpc>
              <a:spcBef>
                <a:spcPts val="600"/>
              </a:spcBef>
              <a:spcAft>
                <a:spcPts val="0"/>
              </a:spcAft>
              <a:buSzPts val="4000"/>
              <a:buNone/>
              <a:defRPr b="1" sz="4000">
                <a:solidFill>
                  <a:schemeClr val="dk1"/>
                </a:solidFill>
                <a:latin typeface="Droid Sans Mono"/>
                <a:ea typeface="Droid Sans Mono"/>
                <a:cs typeface="Droid Sans Mono"/>
                <a:sym typeface="Droid Sans Mono"/>
              </a:defRPr>
            </a:lvl1pPr>
            <a:lvl2pPr lvl="1" algn="ctr">
              <a:lnSpc>
                <a:spcPct val="90000"/>
              </a:lnSpc>
              <a:spcBef>
                <a:spcPts val="600"/>
              </a:spcBef>
              <a:spcAft>
                <a:spcPts val="0"/>
              </a:spcAft>
              <a:buSzPts val="2000"/>
              <a:buNone/>
              <a:defRPr sz="2000"/>
            </a:lvl2pPr>
            <a:lvl3pPr lvl="2" algn="ctr">
              <a:lnSpc>
                <a:spcPct val="90000"/>
              </a:lnSpc>
              <a:spcBef>
                <a:spcPts val="540"/>
              </a:spcBef>
              <a:spcAft>
                <a:spcPts val="0"/>
              </a:spcAft>
              <a:buSzPts val="1800"/>
              <a:buNone/>
              <a:defRPr sz="1800"/>
            </a:lvl3pPr>
            <a:lvl4pPr lvl="3" algn="ctr">
              <a:lnSpc>
                <a:spcPct val="90000"/>
              </a:lnSpc>
              <a:spcBef>
                <a:spcPts val="480"/>
              </a:spcBef>
              <a:spcAft>
                <a:spcPts val="0"/>
              </a:spcAft>
              <a:buSzPts val="1600"/>
              <a:buNone/>
              <a:defRPr sz="1600"/>
            </a:lvl4pPr>
            <a:lvl5pPr lvl="4" algn="ctr">
              <a:lnSpc>
                <a:spcPct val="90000"/>
              </a:lnSpc>
              <a:spcBef>
                <a:spcPts val="480"/>
              </a:spcBef>
              <a:spcAft>
                <a:spcPts val="0"/>
              </a:spcAft>
              <a:buSzPts val="1600"/>
              <a:buNone/>
              <a:defRPr sz="1600"/>
            </a:lvl5pPr>
            <a:lvl6pPr lvl="5" algn="ctr">
              <a:lnSpc>
                <a:spcPct val="90000"/>
              </a:lnSpc>
              <a:spcBef>
                <a:spcPts val="480"/>
              </a:spcBef>
              <a:spcAft>
                <a:spcPts val="0"/>
              </a:spcAft>
              <a:buClr>
                <a:schemeClr val="dk1"/>
              </a:buClr>
              <a:buSzPts val="1600"/>
              <a:buNone/>
              <a:defRPr sz="1600"/>
            </a:lvl6pPr>
            <a:lvl7pPr lvl="6" algn="ctr">
              <a:lnSpc>
                <a:spcPct val="90000"/>
              </a:lnSpc>
              <a:spcBef>
                <a:spcPts val="480"/>
              </a:spcBef>
              <a:spcAft>
                <a:spcPts val="0"/>
              </a:spcAft>
              <a:buClr>
                <a:schemeClr val="dk1"/>
              </a:buClr>
              <a:buSzPts val="1600"/>
              <a:buNone/>
              <a:defRPr sz="1600"/>
            </a:lvl7pPr>
            <a:lvl8pPr lvl="7" algn="ctr">
              <a:lnSpc>
                <a:spcPct val="90000"/>
              </a:lnSpc>
              <a:spcBef>
                <a:spcPts val="480"/>
              </a:spcBef>
              <a:spcAft>
                <a:spcPts val="0"/>
              </a:spcAft>
              <a:buClr>
                <a:schemeClr val="dk1"/>
              </a:buClr>
              <a:buSzPts val="1600"/>
              <a:buNone/>
              <a:defRPr sz="1600"/>
            </a:lvl8pPr>
            <a:lvl9pPr lvl="8" algn="ctr">
              <a:lnSpc>
                <a:spcPct val="90000"/>
              </a:lnSpc>
              <a:spcBef>
                <a:spcPts val="480"/>
              </a:spcBef>
              <a:spcAft>
                <a:spcPts val="0"/>
              </a:spcAft>
              <a:buClr>
                <a:schemeClr val="dk1"/>
              </a:buClr>
              <a:buSzPts val="1600"/>
              <a:buNone/>
              <a:defRPr sz="1600"/>
            </a:lvl9pPr>
          </a:lstStyle>
          <a:p/>
        </p:txBody>
      </p:sp>
      <p:sp>
        <p:nvSpPr>
          <p:cNvPr id="25" name="Google Shape;25;p15"/>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5"/>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i="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5"/>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16"/>
          <p:cNvSpPr/>
          <p:nvPr/>
        </p:nvSpPr>
        <p:spPr>
          <a:xfrm>
            <a:off x="5656882" y="1709738"/>
            <a:ext cx="6535119" cy="3575184"/>
          </a:xfrm>
          <a:prstGeom prst="rect">
            <a:avLst/>
          </a:prstGeom>
          <a:solidFill>
            <a:srgbClr val="418AB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0" name="Google Shape;30;p16"/>
          <p:cNvSpPr txBox="1"/>
          <p:nvPr>
            <p:ph type="title"/>
          </p:nvPr>
        </p:nvSpPr>
        <p:spPr>
          <a:xfrm>
            <a:off x="838201" y="2402238"/>
            <a:ext cx="4508715" cy="218722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4400"/>
              <a:buFont typeface="Droid Sans Mono"/>
              <a:buNone/>
              <a:defRPr b="1" sz="4400">
                <a:solidFill>
                  <a:schemeClr val="dk1"/>
                </a:solidFill>
                <a:latin typeface="Droid Sans Mono"/>
                <a:ea typeface="Droid Sans Mono"/>
                <a:cs typeface="Droid Sans Mono"/>
                <a:sym typeface="Droid Sans Mon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6"/>
          <p:cNvSpPr txBox="1"/>
          <p:nvPr>
            <p:ph idx="1" type="body"/>
          </p:nvPr>
        </p:nvSpPr>
        <p:spPr>
          <a:xfrm>
            <a:off x="6323308" y="2402237"/>
            <a:ext cx="5269424" cy="2187226"/>
          </a:xfrm>
          <a:prstGeom prst="rect">
            <a:avLst/>
          </a:prstGeom>
          <a:noFill/>
          <a:ln>
            <a:noFill/>
          </a:ln>
        </p:spPr>
        <p:txBody>
          <a:bodyPr anchorCtr="0" anchor="ctr" bIns="45700" lIns="91425" spcFirstLastPara="1" rIns="91425" wrap="square" tIns="45700">
            <a:normAutofit/>
          </a:bodyPr>
          <a:lstStyle>
            <a:lvl1pPr indent="-228600" lvl="0" marL="457200" algn="l">
              <a:lnSpc>
                <a:spcPct val="150000"/>
              </a:lnSpc>
              <a:spcBef>
                <a:spcPts val="1320"/>
              </a:spcBef>
              <a:spcAft>
                <a:spcPts val="0"/>
              </a:spcAft>
              <a:buSzPts val="4400"/>
              <a:buNone/>
              <a:defRPr b="1" sz="4400">
                <a:solidFill>
                  <a:schemeClr val="lt1"/>
                </a:solidFill>
                <a:latin typeface="Calibri"/>
                <a:ea typeface="Calibri"/>
                <a:cs typeface="Calibri"/>
                <a:sym typeface="Calibri"/>
              </a:defRPr>
            </a:lvl1pPr>
            <a:lvl2pPr indent="-228600" lvl="1" marL="914400" algn="just">
              <a:lnSpc>
                <a:spcPct val="90000"/>
              </a:lnSpc>
              <a:spcBef>
                <a:spcPts val="600"/>
              </a:spcBef>
              <a:spcAft>
                <a:spcPts val="0"/>
              </a:spcAft>
              <a:buSzPts val="2000"/>
              <a:buNone/>
              <a:defRPr sz="2000"/>
            </a:lvl2pPr>
            <a:lvl3pPr indent="-228600" lvl="2" marL="1371600" algn="just">
              <a:lnSpc>
                <a:spcPct val="90000"/>
              </a:lnSpc>
              <a:spcBef>
                <a:spcPts val="540"/>
              </a:spcBef>
              <a:spcAft>
                <a:spcPts val="0"/>
              </a:spcAft>
              <a:buSzPts val="1800"/>
              <a:buNone/>
              <a:defRPr sz="1800"/>
            </a:lvl3pPr>
            <a:lvl4pPr indent="-228600" lvl="3" marL="1828800" algn="just">
              <a:lnSpc>
                <a:spcPct val="90000"/>
              </a:lnSpc>
              <a:spcBef>
                <a:spcPts val="480"/>
              </a:spcBef>
              <a:spcAft>
                <a:spcPts val="0"/>
              </a:spcAft>
              <a:buSzPts val="1600"/>
              <a:buNone/>
              <a:defRPr sz="1600"/>
            </a:lvl4pPr>
            <a:lvl5pPr indent="-228600" lvl="4" marL="2286000" algn="just">
              <a:lnSpc>
                <a:spcPct val="90000"/>
              </a:lnSpc>
              <a:spcBef>
                <a:spcPts val="480"/>
              </a:spcBef>
              <a:spcAft>
                <a:spcPts val="0"/>
              </a:spcAft>
              <a:buSzPts val="1600"/>
              <a:buNone/>
              <a:defRPr sz="1600"/>
            </a:lvl5pPr>
            <a:lvl6pPr indent="-228600" lvl="5" marL="2743200" algn="l">
              <a:lnSpc>
                <a:spcPct val="90000"/>
              </a:lnSpc>
              <a:spcBef>
                <a:spcPts val="480"/>
              </a:spcBef>
              <a:spcAft>
                <a:spcPts val="0"/>
              </a:spcAft>
              <a:buClr>
                <a:schemeClr val="dk1"/>
              </a:buClr>
              <a:buSzPts val="1600"/>
              <a:buNone/>
              <a:defRPr sz="1600"/>
            </a:lvl6pPr>
            <a:lvl7pPr indent="-228600" lvl="6" marL="3200400" algn="l">
              <a:lnSpc>
                <a:spcPct val="90000"/>
              </a:lnSpc>
              <a:spcBef>
                <a:spcPts val="480"/>
              </a:spcBef>
              <a:spcAft>
                <a:spcPts val="0"/>
              </a:spcAft>
              <a:buClr>
                <a:schemeClr val="dk1"/>
              </a:buClr>
              <a:buSzPts val="1600"/>
              <a:buNone/>
              <a:defRPr sz="1600"/>
            </a:lvl7pPr>
            <a:lvl8pPr indent="-228600" lvl="7" marL="3657600" algn="l">
              <a:lnSpc>
                <a:spcPct val="90000"/>
              </a:lnSpc>
              <a:spcBef>
                <a:spcPts val="480"/>
              </a:spcBef>
              <a:spcAft>
                <a:spcPts val="0"/>
              </a:spcAft>
              <a:buClr>
                <a:schemeClr val="dk1"/>
              </a:buClr>
              <a:buSzPts val="1600"/>
              <a:buNone/>
              <a:defRPr sz="1600"/>
            </a:lvl8pPr>
            <a:lvl9pPr indent="-228600" lvl="8" marL="4114800" algn="l">
              <a:lnSpc>
                <a:spcPct val="90000"/>
              </a:lnSpc>
              <a:spcBef>
                <a:spcPts val="480"/>
              </a:spcBef>
              <a:spcAft>
                <a:spcPts val="0"/>
              </a:spcAft>
              <a:buClr>
                <a:schemeClr val="dk1"/>
              </a:buClr>
              <a:buSzPts val="1600"/>
              <a:buNone/>
              <a:defRPr sz="1600"/>
            </a:lvl9pPr>
          </a:lstStyle>
          <a:p/>
        </p:txBody>
      </p:sp>
      <p:sp>
        <p:nvSpPr>
          <p:cNvPr id="32" name="Google Shape;32;p16"/>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6"/>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6"/>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5" name="Shape 35"/>
        <p:cNvGrpSpPr/>
        <p:nvPr/>
      </p:nvGrpSpPr>
      <p:grpSpPr>
        <a:xfrm>
          <a:off x="0" y="0"/>
          <a:ext cx="0" cy="0"/>
          <a:chOff x="0" y="0"/>
          <a:chExt cx="0" cy="0"/>
        </a:xfrm>
      </p:grpSpPr>
      <p:sp>
        <p:nvSpPr>
          <p:cNvPr id="36" name="Google Shape;36;p17"/>
          <p:cNvSpPr/>
          <p:nvPr/>
        </p:nvSpPr>
        <p:spPr>
          <a:xfrm>
            <a:off x="0" y="0"/>
            <a:ext cx="12192000" cy="1332854"/>
          </a:xfrm>
          <a:prstGeom prst="rect">
            <a:avLst/>
          </a:prstGeom>
          <a:solidFill>
            <a:srgbClr val="418AB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7" name="Google Shape;37;p17"/>
          <p:cNvSpPr txBox="1"/>
          <p:nvPr>
            <p:ph type="title"/>
          </p:nvPr>
        </p:nvSpPr>
        <p:spPr>
          <a:xfrm>
            <a:off x="154546" y="0"/>
            <a:ext cx="11874322" cy="13007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4400"/>
              <a:buFont typeface="Calibri"/>
              <a:buNone/>
              <a:defRPr b="1" sz="44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7"/>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0C0C0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rgbClr val="0C0C0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7"/>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1" sz="1200" u="none" cap="none" strike="noStrike">
                <a:solidFill>
                  <a:srgbClr val="0C0C0C"/>
                </a:solidFill>
                <a:latin typeface="Quattrocento Sans"/>
                <a:ea typeface="Quattrocento Sans"/>
                <a:cs typeface="Quattrocento Sans"/>
                <a:sym typeface="Quattrocento Sans"/>
              </a:defRPr>
            </a:lvl1pPr>
            <a:lvl2pPr indent="0" lvl="1" marL="0" algn="r">
              <a:spcBef>
                <a:spcPts val="0"/>
              </a:spcBef>
              <a:buNone/>
              <a:defRPr b="0" i="1" sz="1200" u="none" cap="none" strike="noStrike">
                <a:solidFill>
                  <a:srgbClr val="0C0C0C"/>
                </a:solidFill>
                <a:latin typeface="Quattrocento Sans"/>
                <a:ea typeface="Quattrocento Sans"/>
                <a:cs typeface="Quattrocento Sans"/>
                <a:sym typeface="Quattrocento Sans"/>
              </a:defRPr>
            </a:lvl2pPr>
            <a:lvl3pPr indent="0" lvl="2" marL="0" algn="r">
              <a:spcBef>
                <a:spcPts val="0"/>
              </a:spcBef>
              <a:buNone/>
              <a:defRPr b="0" i="1" sz="1200" u="none" cap="none" strike="noStrike">
                <a:solidFill>
                  <a:srgbClr val="0C0C0C"/>
                </a:solidFill>
                <a:latin typeface="Quattrocento Sans"/>
                <a:ea typeface="Quattrocento Sans"/>
                <a:cs typeface="Quattrocento Sans"/>
                <a:sym typeface="Quattrocento Sans"/>
              </a:defRPr>
            </a:lvl3pPr>
            <a:lvl4pPr indent="0" lvl="3" marL="0" algn="r">
              <a:spcBef>
                <a:spcPts val="0"/>
              </a:spcBef>
              <a:buNone/>
              <a:defRPr b="0" i="1" sz="1200" u="none" cap="none" strike="noStrike">
                <a:solidFill>
                  <a:srgbClr val="0C0C0C"/>
                </a:solidFill>
                <a:latin typeface="Quattrocento Sans"/>
                <a:ea typeface="Quattrocento Sans"/>
                <a:cs typeface="Quattrocento Sans"/>
                <a:sym typeface="Quattrocento Sans"/>
              </a:defRPr>
            </a:lvl4pPr>
            <a:lvl5pPr indent="0" lvl="4" marL="0" algn="r">
              <a:spcBef>
                <a:spcPts val="0"/>
              </a:spcBef>
              <a:buNone/>
              <a:defRPr b="0" i="1" sz="1200" u="none" cap="none" strike="noStrike">
                <a:solidFill>
                  <a:srgbClr val="0C0C0C"/>
                </a:solidFill>
                <a:latin typeface="Quattrocento Sans"/>
                <a:ea typeface="Quattrocento Sans"/>
                <a:cs typeface="Quattrocento Sans"/>
                <a:sym typeface="Quattrocento Sans"/>
              </a:defRPr>
            </a:lvl5pPr>
            <a:lvl6pPr indent="0" lvl="5" marL="0" algn="r">
              <a:spcBef>
                <a:spcPts val="0"/>
              </a:spcBef>
              <a:buNone/>
              <a:defRPr b="0" i="1" sz="1200" u="none" cap="none" strike="noStrike">
                <a:solidFill>
                  <a:srgbClr val="0C0C0C"/>
                </a:solidFill>
                <a:latin typeface="Quattrocento Sans"/>
                <a:ea typeface="Quattrocento Sans"/>
                <a:cs typeface="Quattrocento Sans"/>
                <a:sym typeface="Quattrocento Sans"/>
              </a:defRPr>
            </a:lvl6pPr>
            <a:lvl7pPr indent="0" lvl="6" marL="0" algn="r">
              <a:spcBef>
                <a:spcPts val="0"/>
              </a:spcBef>
              <a:buNone/>
              <a:defRPr b="0" i="1" sz="1200" u="none" cap="none" strike="noStrike">
                <a:solidFill>
                  <a:srgbClr val="0C0C0C"/>
                </a:solidFill>
                <a:latin typeface="Quattrocento Sans"/>
                <a:ea typeface="Quattrocento Sans"/>
                <a:cs typeface="Quattrocento Sans"/>
                <a:sym typeface="Quattrocento Sans"/>
              </a:defRPr>
            </a:lvl7pPr>
            <a:lvl8pPr indent="0" lvl="7" marL="0" algn="r">
              <a:spcBef>
                <a:spcPts val="0"/>
              </a:spcBef>
              <a:buNone/>
              <a:defRPr b="0" i="1" sz="1200" u="none" cap="none" strike="noStrike">
                <a:solidFill>
                  <a:srgbClr val="0C0C0C"/>
                </a:solidFill>
                <a:latin typeface="Quattrocento Sans"/>
                <a:ea typeface="Quattrocento Sans"/>
                <a:cs typeface="Quattrocento Sans"/>
                <a:sym typeface="Quattrocento Sans"/>
              </a:defRPr>
            </a:lvl8pPr>
            <a:lvl9pPr indent="0" lvl="8" marL="0" algn="r">
              <a:spcBef>
                <a:spcPts val="0"/>
              </a:spcBef>
              <a:buNone/>
              <a:defRPr b="0" i="1" sz="1200" u="none" cap="none" strike="noStrike">
                <a:solidFill>
                  <a:srgbClr val="0C0C0C"/>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41" name="Google Shape;41;p17"/>
          <p:cNvSpPr txBox="1"/>
          <p:nvPr>
            <p:ph idx="1" type="body"/>
          </p:nvPr>
        </p:nvSpPr>
        <p:spPr>
          <a:xfrm>
            <a:off x="172571" y="1418447"/>
            <a:ext cx="11846859" cy="5112846"/>
          </a:xfrm>
          <a:prstGeom prst="rect">
            <a:avLst/>
          </a:prstGeom>
          <a:noFill/>
          <a:ln>
            <a:noFill/>
          </a:ln>
        </p:spPr>
        <p:txBody>
          <a:bodyPr anchorCtr="0" anchor="t" bIns="45700" lIns="91425" spcFirstLastPara="1" rIns="91425" wrap="square" tIns="45700">
            <a:normAutofit/>
          </a:bodyPr>
          <a:lstStyle>
            <a:lvl1pPr indent="-342900" lvl="0" marL="457200" algn="just">
              <a:lnSpc>
                <a:spcPct val="90000"/>
              </a:lnSpc>
              <a:spcBef>
                <a:spcPts val="540"/>
              </a:spcBef>
              <a:spcAft>
                <a:spcPts val="0"/>
              </a:spcAft>
              <a:buSzPts val="1800"/>
              <a:buChar char="❖"/>
              <a:defRPr/>
            </a:lvl1pPr>
            <a:lvl2pPr indent="-342900" lvl="1" marL="914400" algn="just">
              <a:lnSpc>
                <a:spcPct val="90000"/>
              </a:lnSpc>
              <a:spcBef>
                <a:spcPts val="540"/>
              </a:spcBef>
              <a:spcAft>
                <a:spcPts val="0"/>
              </a:spcAft>
              <a:buSzPts val="1800"/>
              <a:buChar char="⮚"/>
              <a:defRPr/>
            </a:lvl2pPr>
            <a:lvl3pPr indent="-342900" lvl="2" marL="1371600" algn="just">
              <a:lnSpc>
                <a:spcPct val="90000"/>
              </a:lnSpc>
              <a:spcBef>
                <a:spcPts val="540"/>
              </a:spcBef>
              <a:spcAft>
                <a:spcPts val="0"/>
              </a:spcAft>
              <a:buSzPts val="1800"/>
              <a:buChar char="▪"/>
              <a:defRPr/>
            </a:lvl3pPr>
            <a:lvl4pPr indent="-342900" lvl="3" marL="1828800" algn="just">
              <a:lnSpc>
                <a:spcPct val="90000"/>
              </a:lnSpc>
              <a:spcBef>
                <a:spcPts val="540"/>
              </a:spcBef>
              <a:spcAft>
                <a:spcPts val="0"/>
              </a:spcAft>
              <a:buSzPts val="1800"/>
              <a:buChar char="o"/>
              <a:defRPr/>
            </a:lvl4pPr>
            <a:lvl5pPr indent="-342900" lvl="4" marL="2286000" algn="just">
              <a:lnSpc>
                <a:spcPct val="90000"/>
              </a:lnSpc>
              <a:spcBef>
                <a:spcPts val="540"/>
              </a:spcBef>
              <a:spcAft>
                <a:spcPts val="0"/>
              </a:spcAft>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2" name="Shape 42"/>
        <p:cNvGrpSpPr/>
        <p:nvPr/>
      </p:nvGrpSpPr>
      <p:grpSpPr>
        <a:xfrm>
          <a:off x="0" y="0"/>
          <a:ext cx="0" cy="0"/>
          <a:chOff x="0" y="0"/>
          <a:chExt cx="0" cy="0"/>
        </a:xfrm>
      </p:grpSpPr>
      <p:sp>
        <p:nvSpPr>
          <p:cNvPr id="43" name="Google Shape;43;p18"/>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8"/>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8"/>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With Animation">
  <p:cSld name="Title and Content - With Animation">
    <p:spTree>
      <p:nvGrpSpPr>
        <p:cNvPr id="46" name="Shape 46"/>
        <p:cNvGrpSpPr/>
        <p:nvPr/>
      </p:nvGrpSpPr>
      <p:grpSpPr>
        <a:xfrm>
          <a:off x="0" y="0"/>
          <a:ext cx="0" cy="0"/>
          <a:chOff x="0" y="0"/>
          <a:chExt cx="0" cy="0"/>
        </a:xfrm>
      </p:grpSpPr>
      <p:sp>
        <p:nvSpPr>
          <p:cNvPr id="47" name="Google Shape;47;p19"/>
          <p:cNvSpPr/>
          <p:nvPr/>
        </p:nvSpPr>
        <p:spPr>
          <a:xfrm>
            <a:off x="0" y="0"/>
            <a:ext cx="12192000" cy="1332854"/>
          </a:xfrm>
          <a:prstGeom prst="rect">
            <a:avLst/>
          </a:prstGeom>
          <a:solidFill>
            <a:srgbClr val="418AB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8" name="Google Shape;48;p19"/>
          <p:cNvSpPr txBox="1"/>
          <p:nvPr>
            <p:ph type="title"/>
          </p:nvPr>
        </p:nvSpPr>
        <p:spPr>
          <a:xfrm>
            <a:off x="154546" y="0"/>
            <a:ext cx="11874322" cy="13007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4400"/>
              <a:buFont typeface="Calibri"/>
              <a:buNone/>
              <a:defRPr b="1" sz="44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9"/>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0C0C0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9"/>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rgbClr val="0C0C0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9"/>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1" sz="1200" u="none" cap="none" strike="noStrike">
                <a:solidFill>
                  <a:srgbClr val="0C0C0C"/>
                </a:solidFill>
                <a:latin typeface="Quattrocento Sans"/>
                <a:ea typeface="Quattrocento Sans"/>
                <a:cs typeface="Quattrocento Sans"/>
                <a:sym typeface="Quattrocento Sans"/>
              </a:defRPr>
            </a:lvl1pPr>
            <a:lvl2pPr indent="0" lvl="1" marL="0" algn="r">
              <a:spcBef>
                <a:spcPts val="0"/>
              </a:spcBef>
              <a:buNone/>
              <a:defRPr b="0" i="1" sz="1200" u="none" cap="none" strike="noStrike">
                <a:solidFill>
                  <a:srgbClr val="0C0C0C"/>
                </a:solidFill>
                <a:latin typeface="Quattrocento Sans"/>
                <a:ea typeface="Quattrocento Sans"/>
                <a:cs typeface="Quattrocento Sans"/>
                <a:sym typeface="Quattrocento Sans"/>
              </a:defRPr>
            </a:lvl2pPr>
            <a:lvl3pPr indent="0" lvl="2" marL="0" algn="r">
              <a:spcBef>
                <a:spcPts val="0"/>
              </a:spcBef>
              <a:buNone/>
              <a:defRPr b="0" i="1" sz="1200" u="none" cap="none" strike="noStrike">
                <a:solidFill>
                  <a:srgbClr val="0C0C0C"/>
                </a:solidFill>
                <a:latin typeface="Quattrocento Sans"/>
                <a:ea typeface="Quattrocento Sans"/>
                <a:cs typeface="Quattrocento Sans"/>
                <a:sym typeface="Quattrocento Sans"/>
              </a:defRPr>
            </a:lvl3pPr>
            <a:lvl4pPr indent="0" lvl="3" marL="0" algn="r">
              <a:spcBef>
                <a:spcPts val="0"/>
              </a:spcBef>
              <a:buNone/>
              <a:defRPr b="0" i="1" sz="1200" u="none" cap="none" strike="noStrike">
                <a:solidFill>
                  <a:srgbClr val="0C0C0C"/>
                </a:solidFill>
                <a:latin typeface="Quattrocento Sans"/>
                <a:ea typeface="Quattrocento Sans"/>
                <a:cs typeface="Quattrocento Sans"/>
                <a:sym typeface="Quattrocento Sans"/>
              </a:defRPr>
            </a:lvl4pPr>
            <a:lvl5pPr indent="0" lvl="4" marL="0" algn="r">
              <a:spcBef>
                <a:spcPts val="0"/>
              </a:spcBef>
              <a:buNone/>
              <a:defRPr b="0" i="1" sz="1200" u="none" cap="none" strike="noStrike">
                <a:solidFill>
                  <a:srgbClr val="0C0C0C"/>
                </a:solidFill>
                <a:latin typeface="Quattrocento Sans"/>
                <a:ea typeface="Quattrocento Sans"/>
                <a:cs typeface="Quattrocento Sans"/>
                <a:sym typeface="Quattrocento Sans"/>
              </a:defRPr>
            </a:lvl5pPr>
            <a:lvl6pPr indent="0" lvl="5" marL="0" algn="r">
              <a:spcBef>
                <a:spcPts val="0"/>
              </a:spcBef>
              <a:buNone/>
              <a:defRPr b="0" i="1" sz="1200" u="none" cap="none" strike="noStrike">
                <a:solidFill>
                  <a:srgbClr val="0C0C0C"/>
                </a:solidFill>
                <a:latin typeface="Quattrocento Sans"/>
                <a:ea typeface="Quattrocento Sans"/>
                <a:cs typeface="Quattrocento Sans"/>
                <a:sym typeface="Quattrocento Sans"/>
              </a:defRPr>
            </a:lvl6pPr>
            <a:lvl7pPr indent="0" lvl="6" marL="0" algn="r">
              <a:spcBef>
                <a:spcPts val="0"/>
              </a:spcBef>
              <a:buNone/>
              <a:defRPr b="0" i="1" sz="1200" u="none" cap="none" strike="noStrike">
                <a:solidFill>
                  <a:srgbClr val="0C0C0C"/>
                </a:solidFill>
                <a:latin typeface="Quattrocento Sans"/>
                <a:ea typeface="Quattrocento Sans"/>
                <a:cs typeface="Quattrocento Sans"/>
                <a:sym typeface="Quattrocento Sans"/>
              </a:defRPr>
            </a:lvl7pPr>
            <a:lvl8pPr indent="0" lvl="7" marL="0" algn="r">
              <a:spcBef>
                <a:spcPts val="0"/>
              </a:spcBef>
              <a:buNone/>
              <a:defRPr b="0" i="1" sz="1200" u="none" cap="none" strike="noStrike">
                <a:solidFill>
                  <a:srgbClr val="0C0C0C"/>
                </a:solidFill>
                <a:latin typeface="Quattrocento Sans"/>
                <a:ea typeface="Quattrocento Sans"/>
                <a:cs typeface="Quattrocento Sans"/>
                <a:sym typeface="Quattrocento Sans"/>
              </a:defRPr>
            </a:lvl8pPr>
            <a:lvl9pPr indent="0" lvl="8" marL="0" algn="r">
              <a:spcBef>
                <a:spcPts val="0"/>
              </a:spcBef>
              <a:buNone/>
              <a:defRPr b="0" i="1" sz="1200" u="none" cap="none" strike="noStrike">
                <a:solidFill>
                  <a:srgbClr val="0C0C0C"/>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52" name="Google Shape;52;p19"/>
          <p:cNvSpPr txBox="1"/>
          <p:nvPr>
            <p:ph idx="1" type="body"/>
          </p:nvPr>
        </p:nvSpPr>
        <p:spPr>
          <a:xfrm>
            <a:off x="172571" y="1418447"/>
            <a:ext cx="11846859" cy="5112846"/>
          </a:xfrm>
          <a:prstGeom prst="rect">
            <a:avLst/>
          </a:prstGeom>
          <a:noFill/>
          <a:ln>
            <a:noFill/>
          </a:ln>
        </p:spPr>
        <p:txBody>
          <a:bodyPr anchorCtr="0" anchor="t" bIns="45700" lIns="91425" spcFirstLastPara="1" rIns="91425" wrap="square" tIns="45700">
            <a:normAutofit/>
          </a:bodyPr>
          <a:lstStyle>
            <a:lvl1pPr indent="-342900" lvl="0" marL="457200" algn="just">
              <a:lnSpc>
                <a:spcPct val="90000"/>
              </a:lnSpc>
              <a:spcBef>
                <a:spcPts val="540"/>
              </a:spcBef>
              <a:spcAft>
                <a:spcPts val="0"/>
              </a:spcAft>
              <a:buSzPts val="1800"/>
              <a:buChar char="❖"/>
              <a:defRPr/>
            </a:lvl1pPr>
            <a:lvl2pPr indent="-342900" lvl="1" marL="914400" algn="just">
              <a:lnSpc>
                <a:spcPct val="90000"/>
              </a:lnSpc>
              <a:spcBef>
                <a:spcPts val="540"/>
              </a:spcBef>
              <a:spcAft>
                <a:spcPts val="0"/>
              </a:spcAft>
              <a:buSzPts val="1800"/>
              <a:buChar char="⮚"/>
              <a:defRPr/>
            </a:lvl2pPr>
            <a:lvl3pPr indent="-342900" lvl="2" marL="1371600" algn="just">
              <a:lnSpc>
                <a:spcPct val="90000"/>
              </a:lnSpc>
              <a:spcBef>
                <a:spcPts val="540"/>
              </a:spcBef>
              <a:spcAft>
                <a:spcPts val="0"/>
              </a:spcAft>
              <a:buSzPts val="1800"/>
              <a:buChar char="▪"/>
              <a:defRPr/>
            </a:lvl3pPr>
            <a:lvl4pPr indent="-342900" lvl="3" marL="1828800" algn="just">
              <a:lnSpc>
                <a:spcPct val="90000"/>
              </a:lnSpc>
              <a:spcBef>
                <a:spcPts val="540"/>
              </a:spcBef>
              <a:spcAft>
                <a:spcPts val="0"/>
              </a:spcAft>
              <a:buSzPts val="1800"/>
              <a:buChar char="o"/>
              <a:defRPr/>
            </a:lvl4pPr>
            <a:lvl5pPr indent="-342900" lvl="4" marL="2286000" algn="just">
              <a:lnSpc>
                <a:spcPct val="90000"/>
              </a:lnSpc>
              <a:spcBef>
                <a:spcPts val="540"/>
              </a:spcBef>
              <a:spcAft>
                <a:spcPts val="0"/>
              </a:spcAft>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
                                            <p:txEl>
                                              <p:pRg end="0" st="0"/>
                                            </p:txEl>
                                          </p:spTgt>
                                        </p:tgtEl>
                                        <p:attrNameLst>
                                          <p:attrName>style.visibility</p:attrName>
                                        </p:attrNameLst>
                                      </p:cBhvr>
                                      <p:to>
                                        <p:strVal val="visible"/>
                                      </p:to>
                                    </p:set>
                                    <p:animEffect filter="fade" transition="in">
                                      <p:cBhvr>
                                        <p:cTn dur="500"/>
                                        <p:tgtEl>
                                          <p:spTgt spid="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
                                            <p:txEl>
                                              <p:pRg end="1" st="1"/>
                                            </p:txEl>
                                          </p:spTgt>
                                        </p:tgtEl>
                                        <p:attrNameLst>
                                          <p:attrName>style.visibility</p:attrName>
                                        </p:attrNameLst>
                                      </p:cBhvr>
                                      <p:to>
                                        <p:strVal val="visible"/>
                                      </p:to>
                                    </p:set>
                                    <p:animEffect filter="fade" transition="in">
                                      <p:cBhvr>
                                        <p:cTn dur="500"/>
                                        <p:tgtEl>
                                          <p:spTgt spid="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
                                            <p:txEl>
                                              <p:pRg end="2" st="2"/>
                                            </p:txEl>
                                          </p:spTgt>
                                        </p:tgtEl>
                                        <p:attrNameLst>
                                          <p:attrName>style.visibility</p:attrName>
                                        </p:attrNameLst>
                                      </p:cBhvr>
                                      <p:to>
                                        <p:strVal val="visible"/>
                                      </p:to>
                                    </p:set>
                                    <p:animEffect filter="fade" transition="in">
                                      <p:cBhvr>
                                        <p:cTn dur="500"/>
                                        <p:tgtEl>
                                          <p:spTgt spid="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
                                            <p:txEl>
                                              <p:pRg end="3" st="3"/>
                                            </p:txEl>
                                          </p:spTgt>
                                        </p:tgtEl>
                                        <p:attrNameLst>
                                          <p:attrName>style.visibility</p:attrName>
                                        </p:attrNameLst>
                                      </p:cBhvr>
                                      <p:to>
                                        <p:strVal val="visible"/>
                                      </p:to>
                                    </p:set>
                                    <p:animEffect filter="fade" transition="in">
                                      <p:cBhvr>
                                        <p:cTn dur="500"/>
                                        <p:tgtEl>
                                          <p:spTgt spid="5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
                                            <p:txEl>
                                              <p:pRg end="4" st="4"/>
                                            </p:txEl>
                                          </p:spTgt>
                                        </p:tgtEl>
                                        <p:attrNameLst>
                                          <p:attrName>style.visibility</p:attrName>
                                        </p:attrNameLst>
                                      </p:cBhvr>
                                      <p:to>
                                        <p:strVal val="visible"/>
                                      </p:to>
                                    </p:set>
                                    <p:animEffect filter="fade" transition="in">
                                      <p:cBhvr>
                                        <p:cTn dur="500"/>
                                        <p:tgtEl>
                                          <p:spTgt spid="5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
                                            <p:txEl>
                                              <p:pRg end="5" st="5"/>
                                            </p:txEl>
                                          </p:spTgt>
                                        </p:tgtEl>
                                        <p:attrNameLst>
                                          <p:attrName>style.visibility</p:attrName>
                                        </p:attrNameLst>
                                      </p:cBhvr>
                                      <p:to>
                                        <p:strVal val="visible"/>
                                      </p:to>
                                    </p:set>
                                    <p:animEffect filter="fade" transition="in">
                                      <p:cBhvr>
                                        <p:cTn dur="500"/>
                                        <p:tgtEl>
                                          <p:spTgt spid="5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
                                            <p:txEl>
                                              <p:pRg end="6" st="6"/>
                                            </p:txEl>
                                          </p:spTgt>
                                        </p:tgtEl>
                                        <p:attrNameLst>
                                          <p:attrName>style.visibility</p:attrName>
                                        </p:attrNameLst>
                                      </p:cBhvr>
                                      <p:to>
                                        <p:strVal val="visible"/>
                                      </p:to>
                                    </p:set>
                                    <p:animEffect filter="fade" transition="in">
                                      <p:cBhvr>
                                        <p:cTn dur="500"/>
                                        <p:tgtEl>
                                          <p:spTgt spid="5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
                                            <p:txEl>
                                              <p:pRg end="7" st="7"/>
                                            </p:txEl>
                                          </p:spTgt>
                                        </p:tgtEl>
                                        <p:attrNameLst>
                                          <p:attrName>style.visibility</p:attrName>
                                        </p:attrNameLst>
                                      </p:cBhvr>
                                      <p:to>
                                        <p:strVal val="visible"/>
                                      </p:to>
                                    </p:set>
                                    <p:animEffect filter="fade" transition="in">
                                      <p:cBhvr>
                                        <p:cTn dur="500"/>
                                        <p:tgtEl>
                                          <p:spTgt spid="5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
                                            <p:txEl>
                                              <p:pRg end="8" st="8"/>
                                            </p:txEl>
                                          </p:spTgt>
                                        </p:tgtEl>
                                        <p:attrNameLst>
                                          <p:attrName>style.visibility</p:attrName>
                                        </p:attrNameLst>
                                      </p:cBhvr>
                                      <p:to>
                                        <p:strVal val="visible"/>
                                      </p:to>
                                    </p:set>
                                    <p:animEffect filter="fade" transition="in">
                                      <p:cBhvr>
                                        <p:cTn dur="500"/>
                                        <p:tgtEl>
                                          <p:spTgt spid="52">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2 Columns">
  <p:cSld name="Title and Content - 2 Columns">
    <p:spTree>
      <p:nvGrpSpPr>
        <p:cNvPr id="53" name="Shape 53"/>
        <p:cNvGrpSpPr/>
        <p:nvPr/>
      </p:nvGrpSpPr>
      <p:grpSpPr>
        <a:xfrm>
          <a:off x="0" y="0"/>
          <a:ext cx="0" cy="0"/>
          <a:chOff x="0" y="0"/>
          <a:chExt cx="0" cy="0"/>
        </a:xfrm>
      </p:grpSpPr>
      <p:sp>
        <p:nvSpPr>
          <p:cNvPr id="54" name="Google Shape;54;p20"/>
          <p:cNvSpPr/>
          <p:nvPr/>
        </p:nvSpPr>
        <p:spPr>
          <a:xfrm>
            <a:off x="0" y="0"/>
            <a:ext cx="12192000" cy="1332854"/>
          </a:xfrm>
          <a:prstGeom prst="rect">
            <a:avLst/>
          </a:prstGeom>
          <a:solidFill>
            <a:srgbClr val="418AB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5" name="Google Shape;55;p20"/>
          <p:cNvSpPr txBox="1"/>
          <p:nvPr>
            <p:ph type="title"/>
          </p:nvPr>
        </p:nvSpPr>
        <p:spPr>
          <a:xfrm>
            <a:off x="154546" y="0"/>
            <a:ext cx="11874322" cy="13007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4400"/>
              <a:buFont typeface="Calibri"/>
              <a:buNone/>
              <a:defRPr b="1" sz="44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0"/>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0C0C0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0"/>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rgbClr val="0C0C0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0"/>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1" sz="1200" u="none" cap="none" strike="noStrike">
                <a:solidFill>
                  <a:srgbClr val="0C0C0C"/>
                </a:solidFill>
                <a:latin typeface="Quattrocento Sans"/>
                <a:ea typeface="Quattrocento Sans"/>
                <a:cs typeface="Quattrocento Sans"/>
                <a:sym typeface="Quattrocento Sans"/>
              </a:defRPr>
            </a:lvl1pPr>
            <a:lvl2pPr indent="0" lvl="1" marL="0" algn="r">
              <a:spcBef>
                <a:spcPts val="0"/>
              </a:spcBef>
              <a:buNone/>
              <a:defRPr b="0" i="1" sz="1200" u="none" cap="none" strike="noStrike">
                <a:solidFill>
                  <a:srgbClr val="0C0C0C"/>
                </a:solidFill>
                <a:latin typeface="Quattrocento Sans"/>
                <a:ea typeface="Quattrocento Sans"/>
                <a:cs typeface="Quattrocento Sans"/>
                <a:sym typeface="Quattrocento Sans"/>
              </a:defRPr>
            </a:lvl2pPr>
            <a:lvl3pPr indent="0" lvl="2" marL="0" algn="r">
              <a:spcBef>
                <a:spcPts val="0"/>
              </a:spcBef>
              <a:buNone/>
              <a:defRPr b="0" i="1" sz="1200" u="none" cap="none" strike="noStrike">
                <a:solidFill>
                  <a:srgbClr val="0C0C0C"/>
                </a:solidFill>
                <a:latin typeface="Quattrocento Sans"/>
                <a:ea typeface="Quattrocento Sans"/>
                <a:cs typeface="Quattrocento Sans"/>
                <a:sym typeface="Quattrocento Sans"/>
              </a:defRPr>
            </a:lvl3pPr>
            <a:lvl4pPr indent="0" lvl="3" marL="0" algn="r">
              <a:spcBef>
                <a:spcPts val="0"/>
              </a:spcBef>
              <a:buNone/>
              <a:defRPr b="0" i="1" sz="1200" u="none" cap="none" strike="noStrike">
                <a:solidFill>
                  <a:srgbClr val="0C0C0C"/>
                </a:solidFill>
                <a:latin typeface="Quattrocento Sans"/>
                <a:ea typeface="Quattrocento Sans"/>
                <a:cs typeface="Quattrocento Sans"/>
                <a:sym typeface="Quattrocento Sans"/>
              </a:defRPr>
            </a:lvl4pPr>
            <a:lvl5pPr indent="0" lvl="4" marL="0" algn="r">
              <a:spcBef>
                <a:spcPts val="0"/>
              </a:spcBef>
              <a:buNone/>
              <a:defRPr b="0" i="1" sz="1200" u="none" cap="none" strike="noStrike">
                <a:solidFill>
                  <a:srgbClr val="0C0C0C"/>
                </a:solidFill>
                <a:latin typeface="Quattrocento Sans"/>
                <a:ea typeface="Quattrocento Sans"/>
                <a:cs typeface="Quattrocento Sans"/>
                <a:sym typeface="Quattrocento Sans"/>
              </a:defRPr>
            </a:lvl5pPr>
            <a:lvl6pPr indent="0" lvl="5" marL="0" algn="r">
              <a:spcBef>
                <a:spcPts val="0"/>
              </a:spcBef>
              <a:buNone/>
              <a:defRPr b="0" i="1" sz="1200" u="none" cap="none" strike="noStrike">
                <a:solidFill>
                  <a:srgbClr val="0C0C0C"/>
                </a:solidFill>
                <a:latin typeface="Quattrocento Sans"/>
                <a:ea typeface="Quattrocento Sans"/>
                <a:cs typeface="Quattrocento Sans"/>
                <a:sym typeface="Quattrocento Sans"/>
              </a:defRPr>
            </a:lvl6pPr>
            <a:lvl7pPr indent="0" lvl="6" marL="0" algn="r">
              <a:spcBef>
                <a:spcPts val="0"/>
              </a:spcBef>
              <a:buNone/>
              <a:defRPr b="0" i="1" sz="1200" u="none" cap="none" strike="noStrike">
                <a:solidFill>
                  <a:srgbClr val="0C0C0C"/>
                </a:solidFill>
                <a:latin typeface="Quattrocento Sans"/>
                <a:ea typeface="Quattrocento Sans"/>
                <a:cs typeface="Quattrocento Sans"/>
                <a:sym typeface="Quattrocento Sans"/>
              </a:defRPr>
            </a:lvl7pPr>
            <a:lvl8pPr indent="0" lvl="7" marL="0" algn="r">
              <a:spcBef>
                <a:spcPts val="0"/>
              </a:spcBef>
              <a:buNone/>
              <a:defRPr b="0" i="1" sz="1200" u="none" cap="none" strike="noStrike">
                <a:solidFill>
                  <a:srgbClr val="0C0C0C"/>
                </a:solidFill>
                <a:latin typeface="Quattrocento Sans"/>
                <a:ea typeface="Quattrocento Sans"/>
                <a:cs typeface="Quattrocento Sans"/>
                <a:sym typeface="Quattrocento Sans"/>
              </a:defRPr>
            </a:lvl8pPr>
            <a:lvl9pPr indent="0" lvl="8" marL="0" algn="r">
              <a:spcBef>
                <a:spcPts val="0"/>
              </a:spcBef>
              <a:buNone/>
              <a:defRPr b="0" i="1" sz="1200" u="none" cap="none" strike="noStrike">
                <a:solidFill>
                  <a:srgbClr val="0C0C0C"/>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59" name="Google Shape;59;p20"/>
          <p:cNvSpPr txBox="1"/>
          <p:nvPr>
            <p:ph idx="1" type="body"/>
          </p:nvPr>
        </p:nvSpPr>
        <p:spPr>
          <a:xfrm>
            <a:off x="172571" y="1418447"/>
            <a:ext cx="11846859" cy="5112846"/>
          </a:xfrm>
          <a:prstGeom prst="rect">
            <a:avLst/>
          </a:prstGeom>
          <a:noFill/>
          <a:ln>
            <a:noFill/>
          </a:ln>
        </p:spPr>
        <p:txBody>
          <a:bodyPr anchorCtr="0" anchor="t" bIns="45700" lIns="91425" spcFirstLastPara="1" rIns="91425" wrap="square" tIns="45700">
            <a:normAutofit/>
          </a:bodyPr>
          <a:lstStyle>
            <a:lvl1pPr indent="-342900" lvl="0" marL="457200" algn="just">
              <a:lnSpc>
                <a:spcPct val="90000"/>
              </a:lnSpc>
              <a:spcBef>
                <a:spcPts val="540"/>
              </a:spcBef>
              <a:spcAft>
                <a:spcPts val="0"/>
              </a:spcAft>
              <a:buSzPts val="1800"/>
              <a:buChar char="❖"/>
              <a:defRPr/>
            </a:lvl1pPr>
            <a:lvl2pPr indent="-342900" lvl="1" marL="914400" algn="just">
              <a:lnSpc>
                <a:spcPct val="90000"/>
              </a:lnSpc>
              <a:spcBef>
                <a:spcPts val="540"/>
              </a:spcBef>
              <a:spcAft>
                <a:spcPts val="0"/>
              </a:spcAft>
              <a:buSzPts val="1800"/>
              <a:buChar char="⮚"/>
              <a:defRPr/>
            </a:lvl2pPr>
            <a:lvl3pPr indent="-342900" lvl="2" marL="1371600" algn="just">
              <a:lnSpc>
                <a:spcPct val="90000"/>
              </a:lnSpc>
              <a:spcBef>
                <a:spcPts val="540"/>
              </a:spcBef>
              <a:spcAft>
                <a:spcPts val="0"/>
              </a:spcAft>
              <a:buSzPts val="1800"/>
              <a:buChar char="▪"/>
              <a:defRPr/>
            </a:lvl3pPr>
            <a:lvl4pPr indent="-342900" lvl="3" marL="1828800" algn="just">
              <a:lnSpc>
                <a:spcPct val="90000"/>
              </a:lnSpc>
              <a:spcBef>
                <a:spcPts val="540"/>
              </a:spcBef>
              <a:spcAft>
                <a:spcPts val="0"/>
              </a:spcAft>
              <a:buSzPts val="1800"/>
              <a:buChar char="o"/>
              <a:defRPr/>
            </a:lvl4pPr>
            <a:lvl5pPr indent="-342900" lvl="4" marL="2286000" algn="just">
              <a:lnSpc>
                <a:spcPct val="90000"/>
              </a:lnSpc>
              <a:spcBef>
                <a:spcPts val="540"/>
              </a:spcBef>
              <a:spcAft>
                <a:spcPts val="0"/>
              </a:spcAft>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60" name="Shape 60"/>
        <p:cNvGrpSpPr/>
        <p:nvPr/>
      </p:nvGrpSpPr>
      <p:grpSpPr>
        <a:xfrm>
          <a:off x="0" y="0"/>
          <a:ext cx="0" cy="0"/>
          <a:chOff x="0" y="0"/>
          <a:chExt cx="0" cy="0"/>
        </a:xfrm>
      </p:grpSpPr>
      <p:sp>
        <p:nvSpPr>
          <p:cNvPr id="61" name="Google Shape;61;p21"/>
          <p:cNvSpPr/>
          <p:nvPr/>
        </p:nvSpPr>
        <p:spPr>
          <a:xfrm>
            <a:off x="0" y="0"/>
            <a:ext cx="12192000" cy="1332854"/>
          </a:xfrm>
          <a:prstGeom prst="rect">
            <a:avLst/>
          </a:prstGeom>
          <a:solidFill>
            <a:srgbClr val="418AB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62" name="Google Shape;62;p21"/>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1"/>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1"/>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5" name="Google Shape;65;p21"/>
          <p:cNvSpPr txBox="1"/>
          <p:nvPr>
            <p:ph type="title"/>
          </p:nvPr>
        </p:nvSpPr>
        <p:spPr>
          <a:xfrm>
            <a:off x="154546" y="0"/>
            <a:ext cx="11874322" cy="13007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4400"/>
              <a:buFont typeface="Calibri"/>
              <a:buNone/>
              <a:defRPr b="1" sz="44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21"/>
          <p:cNvSpPr txBox="1"/>
          <p:nvPr>
            <p:ph idx="1" type="body"/>
          </p:nvPr>
        </p:nvSpPr>
        <p:spPr>
          <a:xfrm>
            <a:off x="255307" y="1546225"/>
            <a:ext cx="5675313" cy="4935538"/>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960"/>
              </a:spcBef>
              <a:spcAft>
                <a:spcPts val="0"/>
              </a:spcAft>
              <a:buSzPts val="3200"/>
              <a:buChar char="❖"/>
              <a:defRPr/>
            </a:lvl1pPr>
            <a:lvl2pPr indent="-406400" lvl="1" marL="914400" algn="l">
              <a:lnSpc>
                <a:spcPct val="90000"/>
              </a:lnSpc>
              <a:spcBef>
                <a:spcPts val="840"/>
              </a:spcBef>
              <a:spcAft>
                <a:spcPts val="0"/>
              </a:spcAft>
              <a:buSzPts val="2800"/>
              <a:buChar char="⮚"/>
              <a:defRPr/>
            </a:lvl2pPr>
            <a:lvl3pPr indent="-381000" lvl="2" marL="1371600" algn="l">
              <a:lnSpc>
                <a:spcPct val="90000"/>
              </a:lnSpc>
              <a:spcBef>
                <a:spcPts val="720"/>
              </a:spcBef>
              <a:spcAft>
                <a:spcPts val="0"/>
              </a:spcAft>
              <a:buSzPts val="2400"/>
              <a:buChar char="▪"/>
              <a:defRPr/>
            </a:lvl3pPr>
            <a:lvl4pPr indent="-355600" lvl="3" marL="1828800" algn="l">
              <a:lnSpc>
                <a:spcPct val="90000"/>
              </a:lnSpc>
              <a:spcBef>
                <a:spcPts val="600"/>
              </a:spcBef>
              <a:spcAft>
                <a:spcPts val="0"/>
              </a:spcAft>
              <a:buSzPts val="2000"/>
              <a:buChar char="o"/>
              <a:defRPr/>
            </a:lvl4pPr>
            <a:lvl5pPr indent="-355600" lvl="4" marL="2286000" algn="l">
              <a:lnSpc>
                <a:spcPct val="90000"/>
              </a:lnSpc>
              <a:spcBef>
                <a:spcPts val="600"/>
              </a:spcBef>
              <a:spcAft>
                <a:spcPts val="0"/>
              </a:spcAft>
              <a:buSzPts val="20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67" name="Google Shape;67;p21"/>
          <p:cNvSpPr txBox="1"/>
          <p:nvPr>
            <p:ph idx="2" type="body"/>
          </p:nvPr>
        </p:nvSpPr>
        <p:spPr>
          <a:xfrm>
            <a:off x="6257152" y="1550708"/>
            <a:ext cx="5675313" cy="4935538"/>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960"/>
              </a:spcBef>
              <a:spcAft>
                <a:spcPts val="0"/>
              </a:spcAft>
              <a:buSzPts val="3200"/>
              <a:buChar char="❖"/>
              <a:defRPr/>
            </a:lvl1pPr>
            <a:lvl2pPr indent="-406400" lvl="1" marL="914400" algn="l">
              <a:lnSpc>
                <a:spcPct val="90000"/>
              </a:lnSpc>
              <a:spcBef>
                <a:spcPts val="840"/>
              </a:spcBef>
              <a:spcAft>
                <a:spcPts val="0"/>
              </a:spcAft>
              <a:buSzPts val="2800"/>
              <a:buChar char="⮚"/>
              <a:defRPr/>
            </a:lvl2pPr>
            <a:lvl3pPr indent="-381000" lvl="2" marL="1371600" algn="l">
              <a:lnSpc>
                <a:spcPct val="90000"/>
              </a:lnSpc>
              <a:spcBef>
                <a:spcPts val="720"/>
              </a:spcBef>
              <a:spcAft>
                <a:spcPts val="0"/>
              </a:spcAft>
              <a:buSzPts val="2400"/>
              <a:buChar char="▪"/>
              <a:defRPr/>
            </a:lvl3pPr>
            <a:lvl4pPr indent="-355600" lvl="3" marL="1828800" algn="l">
              <a:lnSpc>
                <a:spcPct val="90000"/>
              </a:lnSpc>
              <a:spcBef>
                <a:spcPts val="600"/>
              </a:spcBef>
              <a:spcAft>
                <a:spcPts val="0"/>
              </a:spcAft>
              <a:buSzPts val="2000"/>
              <a:buChar char="o"/>
              <a:defRPr/>
            </a:lvl4pPr>
            <a:lvl5pPr indent="-355600" lvl="4" marL="2286000" algn="l">
              <a:lnSpc>
                <a:spcPct val="90000"/>
              </a:lnSpc>
              <a:spcBef>
                <a:spcPts val="600"/>
              </a:spcBef>
              <a:spcAft>
                <a:spcPts val="0"/>
              </a:spcAft>
              <a:buSzPts val="20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68" name="Shape 68"/>
        <p:cNvGrpSpPr/>
        <p:nvPr/>
      </p:nvGrpSpPr>
      <p:grpSpPr>
        <a:xfrm>
          <a:off x="0" y="0"/>
          <a:ext cx="0" cy="0"/>
          <a:chOff x="0" y="0"/>
          <a:chExt cx="0" cy="0"/>
        </a:xfrm>
      </p:grpSpPr>
      <p:sp>
        <p:nvSpPr>
          <p:cNvPr id="69" name="Google Shape;69;p22"/>
          <p:cNvSpPr/>
          <p:nvPr/>
        </p:nvSpPr>
        <p:spPr>
          <a:xfrm>
            <a:off x="0" y="0"/>
            <a:ext cx="12192000" cy="1332854"/>
          </a:xfrm>
          <a:prstGeom prst="rect">
            <a:avLst/>
          </a:prstGeom>
          <a:solidFill>
            <a:srgbClr val="418AB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70" name="Google Shape;70;p22"/>
          <p:cNvSpPr txBox="1"/>
          <p:nvPr>
            <p:ph idx="1" type="body"/>
          </p:nvPr>
        </p:nvSpPr>
        <p:spPr>
          <a:xfrm>
            <a:off x="268942" y="1489075"/>
            <a:ext cx="5661212" cy="641350"/>
          </a:xfrm>
          <a:prstGeom prst="rect">
            <a:avLst/>
          </a:prstGeom>
          <a:noFill/>
          <a:ln>
            <a:noFill/>
          </a:ln>
        </p:spPr>
        <p:txBody>
          <a:bodyPr anchorCtr="0" anchor="b" bIns="45700" lIns="91425" spcFirstLastPara="1" rIns="91425" wrap="square" tIns="45700">
            <a:normAutofit/>
          </a:bodyPr>
          <a:lstStyle>
            <a:lvl1pPr indent="-228600" lvl="0" marL="457200" algn="just">
              <a:lnSpc>
                <a:spcPct val="90000"/>
              </a:lnSpc>
              <a:spcBef>
                <a:spcPts val="960"/>
              </a:spcBef>
              <a:spcAft>
                <a:spcPts val="0"/>
              </a:spcAft>
              <a:buSzPts val="3200"/>
              <a:buNone/>
              <a:defRPr b="1" sz="3200"/>
            </a:lvl1pPr>
            <a:lvl2pPr indent="-228600" lvl="1" marL="914400" algn="just">
              <a:lnSpc>
                <a:spcPct val="90000"/>
              </a:lnSpc>
              <a:spcBef>
                <a:spcPts val="600"/>
              </a:spcBef>
              <a:spcAft>
                <a:spcPts val="0"/>
              </a:spcAft>
              <a:buSzPts val="2000"/>
              <a:buNone/>
              <a:defRPr b="1" sz="2000"/>
            </a:lvl2pPr>
            <a:lvl3pPr indent="-228600" lvl="2" marL="1371600" algn="just">
              <a:lnSpc>
                <a:spcPct val="90000"/>
              </a:lnSpc>
              <a:spcBef>
                <a:spcPts val="540"/>
              </a:spcBef>
              <a:spcAft>
                <a:spcPts val="0"/>
              </a:spcAft>
              <a:buSzPts val="1800"/>
              <a:buNone/>
              <a:defRPr b="1" sz="1800"/>
            </a:lvl3pPr>
            <a:lvl4pPr indent="-228600" lvl="3" marL="1828800" algn="just">
              <a:lnSpc>
                <a:spcPct val="90000"/>
              </a:lnSpc>
              <a:spcBef>
                <a:spcPts val="480"/>
              </a:spcBef>
              <a:spcAft>
                <a:spcPts val="0"/>
              </a:spcAft>
              <a:buSzPts val="1600"/>
              <a:buNone/>
              <a:defRPr b="1" sz="1600"/>
            </a:lvl4pPr>
            <a:lvl5pPr indent="-228600" lvl="4" marL="2286000" algn="just">
              <a:lnSpc>
                <a:spcPct val="90000"/>
              </a:lnSpc>
              <a:spcBef>
                <a:spcPts val="480"/>
              </a:spcBef>
              <a:spcAft>
                <a:spcPts val="0"/>
              </a:spcAft>
              <a:buSzPts val="1600"/>
              <a:buNone/>
              <a:defRPr b="1" sz="1600"/>
            </a:lvl5pPr>
            <a:lvl6pPr indent="-228600" lvl="5" marL="2743200" algn="l">
              <a:lnSpc>
                <a:spcPct val="90000"/>
              </a:lnSpc>
              <a:spcBef>
                <a:spcPts val="480"/>
              </a:spcBef>
              <a:spcAft>
                <a:spcPts val="0"/>
              </a:spcAft>
              <a:buClr>
                <a:schemeClr val="dk1"/>
              </a:buClr>
              <a:buSzPts val="1600"/>
              <a:buNone/>
              <a:defRPr b="1" sz="1600"/>
            </a:lvl6pPr>
            <a:lvl7pPr indent="-228600" lvl="6" marL="3200400" algn="l">
              <a:lnSpc>
                <a:spcPct val="90000"/>
              </a:lnSpc>
              <a:spcBef>
                <a:spcPts val="480"/>
              </a:spcBef>
              <a:spcAft>
                <a:spcPts val="0"/>
              </a:spcAft>
              <a:buClr>
                <a:schemeClr val="dk1"/>
              </a:buClr>
              <a:buSzPts val="1600"/>
              <a:buNone/>
              <a:defRPr b="1" sz="1600"/>
            </a:lvl7pPr>
            <a:lvl8pPr indent="-228600" lvl="7" marL="3657600" algn="l">
              <a:lnSpc>
                <a:spcPct val="90000"/>
              </a:lnSpc>
              <a:spcBef>
                <a:spcPts val="480"/>
              </a:spcBef>
              <a:spcAft>
                <a:spcPts val="0"/>
              </a:spcAft>
              <a:buClr>
                <a:schemeClr val="dk1"/>
              </a:buClr>
              <a:buSzPts val="1600"/>
              <a:buNone/>
              <a:defRPr b="1" sz="1600"/>
            </a:lvl8pPr>
            <a:lvl9pPr indent="-228600" lvl="8" marL="4114800" algn="l">
              <a:lnSpc>
                <a:spcPct val="90000"/>
              </a:lnSpc>
              <a:spcBef>
                <a:spcPts val="480"/>
              </a:spcBef>
              <a:spcAft>
                <a:spcPts val="0"/>
              </a:spcAft>
              <a:buClr>
                <a:schemeClr val="dk1"/>
              </a:buClr>
              <a:buSzPts val="1600"/>
              <a:buNone/>
              <a:defRPr b="1" sz="1600"/>
            </a:lvl9pPr>
          </a:lstStyle>
          <a:p/>
        </p:txBody>
      </p:sp>
      <p:sp>
        <p:nvSpPr>
          <p:cNvPr id="71" name="Google Shape;71;p22"/>
          <p:cNvSpPr txBox="1"/>
          <p:nvPr>
            <p:ph idx="2" type="body"/>
          </p:nvPr>
        </p:nvSpPr>
        <p:spPr>
          <a:xfrm>
            <a:off x="6243452" y="1489075"/>
            <a:ext cx="5670642" cy="641350"/>
          </a:xfrm>
          <a:prstGeom prst="rect">
            <a:avLst/>
          </a:prstGeom>
          <a:noFill/>
          <a:ln>
            <a:noFill/>
          </a:ln>
        </p:spPr>
        <p:txBody>
          <a:bodyPr anchorCtr="0" anchor="b" bIns="45700" lIns="91425" spcFirstLastPara="1" rIns="91425" wrap="square" tIns="45700">
            <a:normAutofit/>
          </a:bodyPr>
          <a:lstStyle>
            <a:lvl1pPr indent="-228600" lvl="0" marL="457200" algn="just">
              <a:lnSpc>
                <a:spcPct val="90000"/>
              </a:lnSpc>
              <a:spcBef>
                <a:spcPts val="960"/>
              </a:spcBef>
              <a:spcAft>
                <a:spcPts val="0"/>
              </a:spcAft>
              <a:buSzPts val="3200"/>
              <a:buNone/>
              <a:defRPr b="1" sz="3200"/>
            </a:lvl1pPr>
            <a:lvl2pPr indent="-228600" lvl="1" marL="914400" algn="just">
              <a:lnSpc>
                <a:spcPct val="90000"/>
              </a:lnSpc>
              <a:spcBef>
                <a:spcPts val="600"/>
              </a:spcBef>
              <a:spcAft>
                <a:spcPts val="0"/>
              </a:spcAft>
              <a:buSzPts val="2000"/>
              <a:buNone/>
              <a:defRPr b="1" sz="2000"/>
            </a:lvl2pPr>
            <a:lvl3pPr indent="-228600" lvl="2" marL="1371600" algn="just">
              <a:lnSpc>
                <a:spcPct val="90000"/>
              </a:lnSpc>
              <a:spcBef>
                <a:spcPts val="540"/>
              </a:spcBef>
              <a:spcAft>
                <a:spcPts val="0"/>
              </a:spcAft>
              <a:buSzPts val="1800"/>
              <a:buNone/>
              <a:defRPr b="1" sz="1800"/>
            </a:lvl3pPr>
            <a:lvl4pPr indent="-228600" lvl="3" marL="1828800" algn="just">
              <a:lnSpc>
                <a:spcPct val="90000"/>
              </a:lnSpc>
              <a:spcBef>
                <a:spcPts val="480"/>
              </a:spcBef>
              <a:spcAft>
                <a:spcPts val="0"/>
              </a:spcAft>
              <a:buSzPts val="1600"/>
              <a:buNone/>
              <a:defRPr b="1" sz="1600"/>
            </a:lvl4pPr>
            <a:lvl5pPr indent="-228600" lvl="4" marL="2286000" algn="just">
              <a:lnSpc>
                <a:spcPct val="90000"/>
              </a:lnSpc>
              <a:spcBef>
                <a:spcPts val="480"/>
              </a:spcBef>
              <a:spcAft>
                <a:spcPts val="0"/>
              </a:spcAft>
              <a:buSzPts val="1600"/>
              <a:buNone/>
              <a:defRPr b="1" sz="1600"/>
            </a:lvl5pPr>
            <a:lvl6pPr indent="-228600" lvl="5" marL="2743200" algn="l">
              <a:lnSpc>
                <a:spcPct val="90000"/>
              </a:lnSpc>
              <a:spcBef>
                <a:spcPts val="480"/>
              </a:spcBef>
              <a:spcAft>
                <a:spcPts val="0"/>
              </a:spcAft>
              <a:buClr>
                <a:schemeClr val="dk1"/>
              </a:buClr>
              <a:buSzPts val="1600"/>
              <a:buNone/>
              <a:defRPr b="1" sz="1600"/>
            </a:lvl6pPr>
            <a:lvl7pPr indent="-228600" lvl="6" marL="3200400" algn="l">
              <a:lnSpc>
                <a:spcPct val="90000"/>
              </a:lnSpc>
              <a:spcBef>
                <a:spcPts val="480"/>
              </a:spcBef>
              <a:spcAft>
                <a:spcPts val="0"/>
              </a:spcAft>
              <a:buClr>
                <a:schemeClr val="dk1"/>
              </a:buClr>
              <a:buSzPts val="1600"/>
              <a:buNone/>
              <a:defRPr b="1" sz="1600"/>
            </a:lvl7pPr>
            <a:lvl8pPr indent="-228600" lvl="7" marL="3657600" algn="l">
              <a:lnSpc>
                <a:spcPct val="90000"/>
              </a:lnSpc>
              <a:spcBef>
                <a:spcPts val="480"/>
              </a:spcBef>
              <a:spcAft>
                <a:spcPts val="0"/>
              </a:spcAft>
              <a:buClr>
                <a:schemeClr val="dk1"/>
              </a:buClr>
              <a:buSzPts val="1600"/>
              <a:buNone/>
              <a:defRPr b="1" sz="1600"/>
            </a:lvl8pPr>
            <a:lvl9pPr indent="-228600" lvl="8" marL="4114800" algn="l">
              <a:lnSpc>
                <a:spcPct val="90000"/>
              </a:lnSpc>
              <a:spcBef>
                <a:spcPts val="480"/>
              </a:spcBef>
              <a:spcAft>
                <a:spcPts val="0"/>
              </a:spcAft>
              <a:buClr>
                <a:schemeClr val="dk1"/>
              </a:buClr>
              <a:buSzPts val="1600"/>
              <a:buNone/>
              <a:defRPr b="1" sz="1600"/>
            </a:lvl9pPr>
          </a:lstStyle>
          <a:p/>
        </p:txBody>
      </p:sp>
      <p:sp>
        <p:nvSpPr>
          <p:cNvPr id="72" name="Google Shape;72;p22"/>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2"/>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2"/>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5" name="Google Shape;75;p22"/>
          <p:cNvSpPr txBox="1"/>
          <p:nvPr>
            <p:ph type="title"/>
          </p:nvPr>
        </p:nvSpPr>
        <p:spPr>
          <a:xfrm>
            <a:off x="154546" y="0"/>
            <a:ext cx="11874322" cy="13007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4400"/>
              <a:buFont typeface="Calibri"/>
              <a:buNone/>
              <a:defRPr b="1" sz="44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txBox="1"/>
          <p:nvPr>
            <p:ph idx="3" type="body"/>
          </p:nvPr>
        </p:nvSpPr>
        <p:spPr>
          <a:xfrm>
            <a:off x="255307" y="2218765"/>
            <a:ext cx="5675313" cy="4262998"/>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960"/>
              </a:spcBef>
              <a:spcAft>
                <a:spcPts val="0"/>
              </a:spcAft>
              <a:buSzPts val="3200"/>
              <a:buChar char="❖"/>
              <a:defRPr/>
            </a:lvl1pPr>
            <a:lvl2pPr indent="-406400" lvl="1" marL="914400" algn="l">
              <a:lnSpc>
                <a:spcPct val="90000"/>
              </a:lnSpc>
              <a:spcBef>
                <a:spcPts val="840"/>
              </a:spcBef>
              <a:spcAft>
                <a:spcPts val="0"/>
              </a:spcAft>
              <a:buSzPts val="2800"/>
              <a:buChar char="⮚"/>
              <a:defRPr/>
            </a:lvl2pPr>
            <a:lvl3pPr indent="-381000" lvl="2" marL="1371600" algn="l">
              <a:lnSpc>
                <a:spcPct val="90000"/>
              </a:lnSpc>
              <a:spcBef>
                <a:spcPts val="720"/>
              </a:spcBef>
              <a:spcAft>
                <a:spcPts val="0"/>
              </a:spcAft>
              <a:buSzPts val="2400"/>
              <a:buChar char="▪"/>
              <a:defRPr/>
            </a:lvl3pPr>
            <a:lvl4pPr indent="-355600" lvl="3" marL="1828800" algn="l">
              <a:lnSpc>
                <a:spcPct val="90000"/>
              </a:lnSpc>
              <a:spcBef>
                <a:spcPts val="600"/>
              </a:spcBef>
              <a:spcAft>
                <a:spcPts val="0"/>
              </a:spcAft>
              <a:buSzPts val="2000"/>
              <a:buChar char="o"/>
              <a:defRPr/>
            </a:lvl4pPr>
            <a:lvl5pPr indent="-355600" lvl="4" marL="2286000" algn="l">
              <a:lnSpc>
                <a:spcPct val="90000"/>
              </a:lnSpc>
              <a:spcBef>
                <a:spcPts val="600"/>
              </a:spcBef>
              <a:spcAft>
                <a:spcPts val="0"/>
              </a:spcAft>
              <a:buSzPts val="20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77" name="Google Shape;77;p22"/>
          <p:cNvSpPr txBox="1"/>
          <p:nvPr>
            <p:ph idx="4" type="body"/>
          </p:nvPr>
        </p:nvSpPr>
        <p:spPr>
          <a:xfrm>
            <a:off x="6257152" y="2223248"/>
            <a:ext cx="5675313" cy="4262998"/>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960"/>
              </a:spcBef>
              <a:spcAft>
                <a:spcPts val="0"/>
              </a:spcAft>
              <a:buSzPts val="3200"/>
              <a:buChar char="❖"/>
              <a:defRPr/>
            </a:lvl1pPr>
            <a:lvl2pPr indent="-406400" lvl="1" marL="914400" algn="l">
              <a:lnSpc>
                <a:spcPct val="90000"/>
              </a:lnSpc>
              <a:spcBef>
                <a:spcPts val="840"/>
              </a:spcBef>
              <a:spcAft>
                <a:spcPts val="0"/>
              </a:spcAft>
              <a:buSzPts val="2800"/>
              <a:buChar char="⮚"/>
              <a:defRPr/>
            </a:lvl2pPr>
            <a:lvl3pPr indent="-381000" lvl="2" marL="1371600" algn="l">
              <a:lnSpc>
                <a:spcPct val="90000"/>
              </a:lnSpc>
              <a:spcBef>
                <a:spcPts val="720"/>
              </a:spcBef>
              <a:spcAft>
                <a:spcPts val="0"/>
              </a:spcAft>
              <a:buSzPts val="2400"/>
              <a:buChar char="▪"/>
              <a:defRPr/>
            </a:lvl3pPr>
            <a:lvl4pPr indent="-355600" lvl="3" marL="1828800" algn="l">
              <a:lnSpc>
                <a:spcPct val="90000"/>
              </a:lnSpc>
              <a:spcBef>
                <a:spcPts val="600"/>
              </a:spcBef>
              <a:spcAft>
                <a:spcPts val="0"/>
              </a:spcAft>
              <a:buSzPts val="2000"/>
              <a:buChar char="o"/>
              <a:defRPr/>
            </a:lvl4pPr>
            <a:lvl5pPr indent="-355600" lvl="4" marL="2286000" algn="l">
              <a:lnSpc>
                <a:spcPct val="90000"/>
              </a:lnSpc>
              <a:spcBef>
                <a:spcPts val="600"/>
              </a:spcBef>
              <a:spcAft>
                <a:spcPts val="0"/>
              </a:spcAft>
              <a:buSzPts val="20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8" name="Shape 78"/>
        <p:cNvGrpSpPr/>
        <p:nvPr/>
      </p:nvGrpSpPr>
      <p:grpSpPr>
        <a:xfrm>
          <a:off x="0" y="0"/>
          <a:ext cx="0" cy="0"/>
          <a:chOff x="0" y="0"/>
          <a:chExt cx="0" cy="0"/>
        </a:xfrm>
      </p:grpSpPr>
      <p:sp>
        <p:nvSpPr>
          <p:cNvPr id="79" name="Google Shape;79;p23"/>
          <p:cNvSpPr/>
          <p:nvPr/>
        </p:nvSpPr>
        <p:spPr>
          <a:xfrm>
            <a:off x="0" y="0"/>
            <a:ext cx="12192000" cy="1332854"/>
          </a:xfrm>
          <a:prstGeom prst="rect">
            <a:avLst/>
          </a:prstGeom>
          <a:solidFill>
            <a:srgbClr val="418AB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80" name="Google Shape;80;p23"/>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3"/>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3"/>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3" name="Google Shape;83;p23"/>
          <p:cNvSpPr txBox="1"/>
          <p:nvPr>
            <p:ph type="title"/>
          </p:nvPr>
        </p:nvSpPr>
        <p:spPr>
          <a:xfrm>
            <a:off x="154546" y="0"/>
            <a:ext cx="11874322" cy="13007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4400"/>
              <a:buFont typeface="Calibri"/>
              <a:buNone/>
              <a:defRPr b="1" sz="44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84" name="Shape 84"/>
        <p:cNvGrpSpPr/>
        <p:nvPr/>
      </p:nvGrpSpPr>
      <p:grpSpPr>
        <a:xfrm>
          <a:off x="0" y="0"/>
          <a:ext cx="0" cy="0"/>
          <a:chOff x="0" y="0"/>
          <a:chExt cx="0" cy="0"/>
        </a:xfrm>
      </p:grpSpPr>
      <p:sp>
        <p:nvSpPr>
          <p:cNvPr id="85" name="Google Shape;8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04559"/>
              </a:buClr>
              <a:buSzPts val="3200"/>
              <a:buFont typeface="Calibri"/>
              <a:buNone/>
              <a:defRPr b="1" sz="3200">
                <a:solidFill>
                  <a:srgbClr val="20455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24"/>
          <p:cNvSpPr txBox="1"/>
          <p:nvPr>
            <p:ph idx="1"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720"/>
              </a:spcBef>
              <a:spcAft>
                <a:spcPts val="0"/>
              </a:spcAft>
              <a:buSzPts val="2400"/>
              <a:buNone/>
              <a:defRPr sz="2400"/>
            </a:lvl1pPr>
            <a:lvl2pPr indent="-228600" lvl="1" marL="914400" algn="just">
              <a:lnSpc>
                <a:spcPct val="90000"/>
              </a:lnSpc>
              <a:spcBef>
                <a:spcPts val="420"/>
              </a:spcBef>
              <a:spcAft>
                <a:spcPts val="0"/>
              </a:spcAft>
              <a:buSzPts val="1400"/>
              <a:buNone/>
              <a:defRPr sz="1400"/>
            </a:lvl2pPr>
            <a:lvl3pPr indent="-228600" lvl="2" marL="1371600" algn="just">
              <a:lnSpc>
                <a:spcPct val="90000"/>
              </a:lnSpc>
              <a:spcBef>
                <a:spcPts val="360"/>
              </a:spcBef>
              <a:spcAft>
                <a:spcPts val="0"/>
              </a:spcAft>
              <a:buSzPts val="1200"/>
              <a:buNone/>
              <a:defRPr sz="1200"/>
            </a:lvl3pPr>
            <a:lvl4pPr indent="-228600" lvl="3" marL="1828800" algn="just">
              <a:lnSpc>
                <a:spcPct val="90000"/>
              </a:lnSpc>
              <a:spcBef>
                <a:spcPts val="300"/>
              </a:spcBef>
              <a:spcAft>
                <a:spcPts val="0"/>
              </a:spcAft>
              <a:buSzPts val="1000"/>
              <a:buNone/>
              <a:defRPr sz="1000"/>
            </a:lvl4pPr>
            <a:lvl5pPr indent="-228600" lvl="4" marL="2286000" algn="just">
              <a:lnSpc>
                <a:spcPct val="90000"/>
              </a:lnSpc>
              <a:spcBef>
                <a:spcPts val="300"/>
              </a:spcBef>
              <a:spcAft>
                <a:spcPts val="0"/>
              </a:spcAft>
              <a:buSzPts val="1000"/>
              <a:buNone/>
              <a:defRPr sz="1000"/>
            </a:lvl5pPr>
            <a:lvl6pPr indent="-228600" lvl="5" marL="2743200" algn="l">
              <a:lnSpc>
                <a:spcPct val="90000"/>
              </a:lnSpc>
              <a:spcBef>
                <a:spcPts val="300"/>
              </a:spcBef>
              <a:spcAft>
                <a:spcPts val="0"/>
              </a:spcAft>
              <a:buClr>
                <a:schemeClr val="dk1"/>
              </a:buClr>
              <a:buSzPts val="1000"/>
              <a:buNone/>
              <a:defRPr sz="1000"/>
            </a:lvl6pPr>
            <a:lvl7pPr indent="-228600" lvl="6" marL="3200400" algn="l">
              <a:lnSpc>
                <a:spcPct val="90000"/>
              </a:lnSpc>
              <a:spcBef>
                <a:spcPts val="300"/>
              </a:spcBef>
              <a:spcAft>
                <a:spcPts val="0"/>
              </a:spcAft>
              <a:buClr>
                <a:schemeClr val="dk1"/>
              </a:buClr>
              <a:buSzPts val="1000"/>
              <a:buNone/>
              <a:defRPr sz="1000"/>
            </a:lvl7pPr>
            <a:lvl8pPr indent="-228600" lvl="7" marL="3657600" algn="l">
              <a:lnSpc>
                <a:spcPct val="90000"/>
              </a:lnSpc>
              <a:spcBef>
                <a:spcPts val="300"/>
              </a:spcBef>
              <a:spcAft>
                <a:spcPts val="0"/>
              </a:spcAft>
              <a:buClr>
                <a:schemeClr val="dk1"/>
              </a:buClr>
              <a:buSzPts val="1000"/>
              <a:buNone/>
              <a:defRPr sz="1000"/>
            </a:lvl8pPr>
            <a:lvl9pPr indent="-228600" lvl="8" marL="4114800" algn="l">
              <a:lnSpc>
                <a:spcPct val="90000"/>
              </a:lnSpc>
              <a:spcBef>
                <a:spcPts val="300"/>
              </a:spcBef>
              <a:spcAft>
                <a:spcPts val="0"/>
              </a:spcAft>
              <a:buClr>
                <a:schemeClr val="dk1"/>
              </a:buClr>
              <a:buSzPts val="1000"/>
              <a:buNone/>
              <a:defRPr sz="1000"/>
            </a:lvl9pPr>
          </a:lstStyle>
          <a:p/>
        </p:txBody>
      </p:sp>
      <p:sp>
        <p:nvSpPr>
          <p:cNvPr id="87" name="Google Shape;87;p24"/>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4"/>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4"/>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0" name="Google Shape;90;p24"/>
          <p:cNvSpPr txBox="1"/>
          <p:nvPr>
            <p:ph idx="2" type="body"/>
          </p:nvPr>
        </p:nvSpPr>
        <p:spPr>
          <a:xfrm>
            <a:off x="5378824" y="987298"/>
            <a:ext cx="6172200" cy="4873752"/>
          </a:xfrm>
          <a:prstGeom prst="rect">
            <a:avLst/>
          </a:prstGeom>
          <a:noFill/>
          <a:ln>
            <a:noFill/>
          </a:ln>
        </p:spPr>
        <p:txBody>
          <a:bodyPr anchorCtr="0" anchor="t" bIns="45700" lIns="91425" spcFirstLastPara="1" rIns="91425" wrap="square" tIns="45700">
            <a:normAutofit/>
          </a:bodyPr>
          <a:lstStyle>
            <a:lvl1pPr indent="-342900" lvl="0" marL="457200" algn="just">
              <a:lnSpc>
                <a:spcPct val="90000"/>
              </a:lnSpc>
              <a:spcBef>
                <a:spcPts val="540"/>
              </a:spcBef>
              <a:spcAft>
                <a:spcPts val="0"/>
              </a:spcAft>
              <a:buSzPts val="1800"/>
              <a:buChar char="❖"/>
              <a:defRPr/>
            </a:lvl1pPr>
            <a:lvl2pPr indent="-342900" lvl="1" marL="914400" algn="just">
              <a:lnSpc>
                <a:spcPct val="90000"/>
              </a:lnSpc>
              <a:spcBef>
                <a:spcPts val="540"/>
              </a:spcBef>
              <a:spcAft>
                <a:spcPts val="0"/>
              </a:spcAft>
              <a:buSzPts val="1800"/>
              <a:buChar char="⮚"/>
              <a:defRPr/>
            </a:lvl2pPr>
            <a:lvl3pPr indent="-342900" lvl="2" marL="1371600" algn="just">
              <a:lnSpc>
                <a:spcPct val="90000"/>
              </a:lnSpc>
              <a:spcBef>
                <a:spcPts val="540"/>
              </a:spcBef>
              <a:spcAft>
                <a:spcPts val="0"/>
              </a:spcAft>
              <a:buSzPts val="1800"/>
              <a:buChar char="▪"/>
              <a:defRPr/>
            </a:lvl3pPr>
            <a:lvl4pPr indent="-342900" lvl="3" marL="1828800" algn="just">
              <a:lnSpc>
                <a:spcPct val="90000"/>
              </a:lnSpc>
              <a:spcBef>
                <a:spcPts val="540"/>
              </a:spcBef>
              <a:spcAft>
                <a:spcPts val="0"/>
              </a:spcAft>
              <a:buSzPts val="1800"/>
              <a:buChar char="o"/>
              <a:defRPr/>
            </a:lvl4pPr>
            <a:lvl5pPr indent="-342900" lvl="4" marL="2286000" algn="just">
              <a:lnSpc>
                <a:spcPct val="90000"/>
              </a:lnSpc>
              <a:spcBef>
                <a:spcPts val="540"/>
              </a:spcBef>
              <a:spcAft>
                <a:spcPts val="0"/>
              </a:spcAft>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1" name="Shape 91"/>
        <p:cNvGrpSpPr/>
        <p:nvPr/>
      </p:nvGrpSpPr>
      <p:grpSpPr>
        <a:xfrm>
          <a:off x="0" y="0"/>
          <a:ext cx="0" cy="0"/>
          <a:chOff x="0" y="0"/>
          <a:chExt cx="0" cy="0"/>
        </a:xfrm>
      </p:grpSpPr>
      <p:sp>
        <p:nvSpPr>
          <p:cNvPr id="92" name="Google Shape;9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04559"/>
              </a:buClr>
              <a:buSzPts val="3200"/>
              <a:buFont typeface="Calibri"/>
              <a:buNone/>
              <a:defRPr b="1" sz="3200">
                <a:solidFill>
                  <a:srgbClr val="20455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25"/>
          <p:cNvSpPr/>
          <p:nvPr>
            <p:ph idx="2" type="pic"/>
          </p:nvPr>
        </p:nvSpPr>
        <p:spPr>
          <a:xfrm>
            <a:off x="5384893" y="987427"/>
            <a:ext cx="6172200" cy="4873625"/>
          </a:xfrm>
          <a:prstGeom prst="rect">
            <a:avLst/>
          </a:prstGeom>
          <a:noFill/>
          <a:ln>
            <a:noFill/>
          </a:ln>
        </p:spPr>
      </p:sp>
      <p:sp>
        <p:nvSpPr>
          <p:cNvPr id="94" name="Google Shape;94;p25"/>
          <p:cNvSpPr txBox="1"/>
          <p:nvPr>
            <p:ph idx="1"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just">
              <a:lnSpc>
                <a:spcPct val="90000"/>
              </a:lnSpc>
              <a:spcBef>
                <a:spcPts val="720"/>
              </a:spcBef>
              <a:spcAft>
                <a:spcPts val="0"/>
              </a:spcAft>
              <a:buSzPts val="2400"/>
              <a:buNone/>
              <a:defRPr sz="2400"/>
            </a:lvl1pPr>
            <a:lvl2pPr indent="-228600" lvl="1" marL="914400" algn="just">
              <a:lnSpc>
                <a:spcPct val="90000"/>
              </a:lnSpc>
              <a:spcBef>
                <a:spcPts val="420"/>
              </a:spcBef>
              <a:spcAft>
                <a:spcPts val="0"/>
              </a:spcAft>
              <a:buSzPts val="1400"/>
              <a:buNone/>
              <a:defRPr sz="1400"/>
            </a:lvl2pPr>
            <a:lvl3pPr indent="-228600" lvl="2" marL="1371600" algn="just">
              <a:lnSpc>
                <a:spcPct val="90000"/>
              </a:lnSpc>
              <a:spcBef>
                <a:spcPts val="360"/>
              </a:spcBef>
              <a:spcAft>
                <a:spcPts val="0"/>
              </a:spcAft>
              <a:buSzPts val="1200"/>
              <a:buNone/>
              <a:defRPr sz="1200"/>
            </a:lvl3pPr>
            <a:lvl4pPr indent="-228600" lvl="3" marL="1828800" algn="just">
              <a:lnSpc>
                <a:spcPct val="90000"/>
              </a:lnSpc>
              <a:spcBef>
                <a:spcPts val="300"/>
              </a:spcBef>
              <a:spcAft>
                <a:spcPts val="0"/>
              </a:spcAft>
              <a:buSzPts val="1000"/>
              <a:buNone/>
              <a:defRPr sz="1000"/>
            </a:lvl4pPr>
            <a:lvl5pPr indent="-228600" lvl="4" marL="2286000" algn="just">
              <a:lnSpc>
                <a:spcPct val="90000"/>
              </a:lnSpc>
              <a:spcBef>
                <a:spcPts val="300"/>
              </a:spcBef>
              <a:spcAft>
                <a:spcPts val="0"/>
              </a:spcAft>
              <a:buSzPts val="1000"/>
              <a:buNone/>
              <a:defRPr sz="1000"/>
            </a:lvl5pPr>
            <a:lvl6pPr indent="-228600" lvl="5" marL="2743200" algn="l">
              <a:lnSpc>
                <a:spcPct val="90000"/>
              </a:lnSpc>
              <a:spcBef>
                <a:spcPts val="300"/>
              </a:spcBef>
              <a:spcAft>
                <a:spcPts val="0"/>
              </a:spcAft>
              <a:buClr>
                <a:schemeClr val="dk1"/>
              </a:buClr>
              <a:buSzPts val="1000"/>
              <a:buNone/>
              <a:defRPr sz="1000"/>
            </a:lvl6pPr>
            <a:lvl7pPr indent="-228600" lvl="6" marL="3200400" algn="l">
              <a:lnSpc>
                <a:spcPct val="90000"/>
              </a:lnSpc>
              <a:spcBef>
                <a:spcPts val="300"/>
              </a:spcBef>
              <a:spcAft>
                <a:spcPts val="0"/>
              </a:spcAft>
              <a:buClr>
                <a:schemeClr val="dk1"/>
              </a:buClr>
              <a:buSzPts val="1000"/>
              <a:buNone/>
              <a:defRPr sz="1000"/>
            </a:lvl7pPr>
            <a:lvl8pPr indent="-228600" lvl="7" marL="3657600" algn="l">
              <a:lnSpc>
                <a:spcPct val="90000"/>
              </a:lnSpc>
              <a:spcBef>
                <a:spcPts val="300"/>
              </a:spcBef>
              <a:spcAft>
                <a:spcPts val="0"/>
              </a:spcAft>
              <a:buClr>
                <a:schemeClr val="dk1"/>
              </a:buClr>
              <a:buSzPts val="1000"/>
              <a:buNone/>
              <a:defRPr sz="1000"/>
            </a:lvl8pPr>
            <a:lvl9pPr indent="-228600" lvl="8" marL="4114800" algn="l">
              <a:lnSpc>
                <a:spcPct val="90000"/>
              </a:lnSpc>
              <a:spcBef>
                <a:spcPts val="300"/>
              </a:spcBef>
              <a:spcAft>
                <a:spcPts val="0"/>
              </a:spcAft>
              <a:buClr>
                <a:schemeClr val="dk1"/>
              </a:buClr>
              <a:buSzPts val="1000"/>
              <a:buNone/>
              <a:defRPr sz="1000"/>
            </a:lvl9pPr>
          </a:lstStyle>
          <a:p/>
        </p:txBody>
      </p:sp>
      <p:sp>
        <p:nvSpPr>
          <p:cNvPr id="95" name="Google Shape;95;p25"/>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5"/>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5"/>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spTree>
      <p:nvGrpSpPr>
        <p:cNvPr id="98" name="Shape 98"/>
        <p:cNvGrpSpPr/>
        <p:nvPr/>
      </p:nvGrpSpPr>
      <p:grpSpPr>
        <a:xfrm>
          <a:off x="0" y="0"/>
          <a:ext cx="0" cy="0"/>
          <a:chOff x="0" y="0"/>
          <a:chExt cx="0" cy="0"/>
        </a:xfrm>
      </p:grpSpPr>
      <p:sp>
        <p:nvSpPr>
          <p:cNvPr id="99" name="Google Shape;99;p26"/>
          <p:cNvSpPr/>
          <p:nvPr/>
        </p:nvSpPr>
        <p:spPr>
          <a:xfrm>
            <a:off x="0" y="0"/>
            <a:ext cx="12192000" cy="1332854"/>
          </a:xfrm>
          <a:prstGeom prst="rect">
            <a:avLst/>
          </a:prstGeom>
          <a:solidFill>
            <a:srgbClr val="418AB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00" name="Google Shape;100;p26"/>
          <p:cNvSpPr txBox="1"/>
          <p:nvPr>
            <p:ph idx="1" type="body"/>
          </p:nvPr>
        </p:nvSpPr>
        <p:spPr>
          <a:xfrm rot="5400000">
            <a:off x="3639323" y="-1885713"/>
            <a:ext cx="4904767" cy="11822806"/>
          </a:xfrm>
          <a:prstGeom prst="rect">
            <a:avLst/>
          </a:prstGeom>
          <a:noFill/>
          <a:ln>
            <a:noFill/>
          </a:ln>
        </p:spPr>
        <p:txBody>
          <a:bodyPr anchorCtr="0" anchor="t" bIns="45700" lIns="91425" spcFirstLastPara="1" rIns="91425" wrap="square" tIns="45700">
            <a:normAutofit/>
          </a:bodyPr>
          <a:lstStyle>
            <a:lvl1pPr indent="-342900" lvl="0" marL="457200" algn="just">
              <a:lnSpc>
                <a:spcPct val="90000"/>
              </a:lnSpc>
              <a:spcBef>
                <a:spcPts val="540"/>
              </a:spcBef>
              <a:spcAft>
                <a:spcPts val="0"/>
              </a:spcAft>
              <a:buSzPts val="1800"/>
              <a:buChar char="❖"/>
              <a:defRPr/>
            </a:lvl1pPr>
            <a:lvl2pPr indent="-342900" lvl="1" marL="914400" algn="just">
              <a:lnSpc>
                <a:spcPct val="90000"/>
              </a:lnSpc>
              <a:spcBef>
                <a:spcPts val="540"/>
              </a:spcBef>
              <a:spcAft>
                <a:spcPts val="0"/>
              </a:spcAft>
              <a:buSzPts val="1800"/>
              <a:buChar char="⮚"/>
              <a:defRPr/>
            </a:lvl2pPr>
            <a:lvl3pPr indent="-342900" lvl="2" marL="1371600" algn="just">
              <a:lnSpc>
                <a:spcPct val="90000"/>
              </a:lnSpc>
              <a:spcBef>
                <a:spcPts val="540"/>
              </a:spcBef>
              <a:spcAft>
                <a:spcPts val="0"/>
              </a:spcAft>
              <a:buSzPts val="1800"/>
              <a:buChar char="▪"/>
              <a:defRPr/>
            </a:lvl3pPr>
            <a:lvl4pPr indent="-342900" lvl="3" marL="1828800" algn="just">
              <a:lnSpc>
                <a:spcPct val="90000"/>
              </a:lnSpc>
              <a:spcBef>
                <a:spcPts val="540"/>
              </a:spcBef>
              <a:spcAft>
                <a:spcPts val="0"/>
              </a:spcAft>
              <a:buSzPts val="1800"/>
              <a:buChar char="o"/>
              <a:defRPr/>
            </a:lvl4pPr>
            <a:lvl5pPr indent="-342900" lvl="4" marL="2286000" algn="just">
              <a:lnSpc>
                <a:spcPct val="90000"/>
              </a:lnSpc>
              <a:spcBef>
                <a:spcPts val="540"/>
              </a:spcBef>
              <a:spcAft>
                <a:spcPts val="0"/>
              </a:spcAft>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101" name="Google Shape;101;p26"/>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6"/>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6"/>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4" name="Google Shape;104;p26"/>
          <p:cNvSpPr txBox="1"/>
          <p:nvPr>
            <p:ph type="title"/>
          </p:nvPr>
        </p:nvSpPr>
        <p:spPr>
          <a:xfrm>
            <a:off x="154546" y="0"/>
            <a:ext cx="11874322" cy="13007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4400"/>
              <a:buFont typeface="Calibri"/>
              <a:buNone/>
              <a:defRPr b="1" sz="44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5" name="Shape 105"/>
        <p:cNvGrpSpPr/>
        <p:nvPr/>
      </p:nvGrpSpPr>
      <p:grpSpPr>
        <a:xfrm>
          <a:off x="0" y="0"/>
          <a:ext cx="0" cy="0"/>
          <a:chOff x="0" y="0"/>
          <a:chExt cx="0" cy="0"/>
        </a:xfrm>
      </p:grpSpPr>
      <p:sp>
        <p:nvSpPr>
          <p:cNvPr id="106" name="Google Shape;106;p27"/>
          <p:cNvSpPr/>
          <p:nvPr/>
        </p:nvSpPr>
        <p:spPr>
          <a:xfrm>
            <a:off x="10095346" y="0"/>
            <a:ext cx="2096655" cy="6858000"/>
          </a:xfrm>
          <a:prstGeom prst="rect">
            <a:avLst/>
          </a:prstGeom>
          <a:solidFill>
            <a:srgbClr val="418AB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07" name="Google Shape;107;p27"/>
          <p:cNvSpPr txBox="1"/>
          <p:nvPr>
            <p:ph type="title"/>
          </p:nvPr>
        </p:nvSpPr>
        <p:spPr>
          <a:xfrm rot="5400000">
            <a:off x="8219282" y="2361262"/>
            <a:ext cx="5811838" cy="181956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3600"/>
              <a:buFont typeface="Calibri"/>
              <a:buNone/>
              <a:defRPr b="1" sz="36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27"/>
          <p:cNvSpPr txBox="1"/>
          <p:nvPr>
            <p:ph idx="1" type="body"/>
          </p:nvPr>
        </p:nvSpPr>
        <p:spPr>
          <a:xfrm rot="5400000">
            <a:off x="2387740" y="-1184414"/>
            <a:ext cx="5811838" cy="8910917"/>
          </a:xfrm>
          <a:prstGeom prst="rect">
            <a:avLst/>
          </a:prstGeom>
          <a:noFill/>
          <a:ln>
            <a:noFill/>
          </a:ln>
        </p:spPr>
        <p:txBody>
          <a:bodyPr anchorCtr="0" anchor="t" bIns="45700" lIns="91425" spcFirstLastPara="1" rIns="91425" wrap="square" tIns="45700">
            <a:normAutofit/>
          </a:bodyPr>
          <a:lstStyle>
            <a:lvl1pPr indent="-342900" lvl="0" marL="457200" algn="just">
              <a:lnSpc>
                <a:spcPct val="90000"/>
              </a:lnSpc>
              <a:spcBef>
                <a:spcPts val="540"/>
              </a:spcBef>
              <a:spcAft>
                <a:spcPts val="0"/>
              </a:spcAft>
              <a:buSzPts val="1800"/>
              <a:buChar char="❖"/>
              <a:defRPr/>
            </a:lvl1pPr>
            <a:lvl2pPr indent="-342900" lvl="1" marL="914400" algn="just">
              <a:lnSpc>
                <a:spcPct val="90000"/>
              </a:lnSpc>
              <a:spcBef>
                <a:spcPts val="540"/>
              </a:spcBef>
              <a:spcAft>
                <a:spcPts val="0"/>
              </a:spcAft>
              <a:buSzPts val="1800"/>
              <a:buChar char="⮚"/>
              <a:defRPr/>
            </a:lvl2pPr>
            <a:lvl3pPr indent="-342900" lvl="2" marL="1371600" algn="just">
              <a:lnSpc>
                <a:spcPct val="90000"/>
              </a:lnSpc>
              <a:spcBef>
                <a:spcPts val="540"/>
              </a:spcBef>
              <a:spcAft>
                <a:spcPts val="0"/>
              </a:spcAft>
              <a:buSzPts val="1800"/>
              <a:buChar char="▪"/>
              <a:defRPr/>
            </a:lvl3pPr>
            <a:lvl4pPr indent="-342900" lvl="3" marL="1828800" algn="just">
              <a:lnSpc>
                <a:spcPct val="90000"/>
              </a:lnSpc>
              <a:spcBef>
                <a:spcPts val="540"/>
              </a:spcBef>
              <a:spcAft>
                <a:spcPts val="0"/>
              </a:spcAft>
              <a:buSzPts val="1800"/>
              <a:buChar char="o"/>
              <a:defRPr/>
            </a:lvl4pPr>
            <a:lvl5pPr indent="-342900" lvl="4" marL="2286000" algn="just">
              <a:lnSpc>
                <a:spcPct val="90000"/>
              </a:lnSpc>
              <a:spcBef>
                <a:spcPts val="540"/>
              </a:spcBef>
              <a:spcAft>
                <a:spcPts val="0"/>
              </a:spcAft>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109" name="Google Shape;109;p27"/>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27"/>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7"/>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154545" y="154547"/>
            <a:ext cx="11835685" cy="1536144"/>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rgbClr val="306786"/>
              </a:buClr>
              <a:buSzPts val="4400"/>
              <a:buFont typeface="Calibri"/>
              <a:buNone/>
              <a:defRPr b="1" i="0" sz="4400" u="none" cap="none" strike="noStrike">
                <a:solidFill>
                  <a:srgbClr val="306786"/>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180304" y="1825625"/>
            <a:ext cx="11822806" cy="4652448"/>
          </a:xfrm>
          <a:prstGeom prst="rect">
            <a:avLst/>
          </a:prstGeom>
          <a:noFill/>
          <a:ln>
            <a:noFill/>
          </a:ln>
        </p:spPr>
        <p:txBody>
          <a:bodyPr anchorCtr="0" anchor="t" bIns="45700" lIns="91425" spcFirstLastPara="1" rIns="91425" wrap="square" tIns="45700">
            <a:normAutofit/>
          </a:bodyPr>
          <a:lstStyle>
            <a:lvl1pPr indent="-431800" lvl="0" marL="457200" marR="0" rtl="0" algn="just">
              <a:lnSpc>
                <a:spcPct val="90000"/>
              </a:lnSpc>
              <a:spcBef>
                <a:spcPts val="960"/>
              </a:spcBef>
              <a:spcAft>
                <a:spcPts val="0"/>
              </a:spcAft>
              <a:buClr>
                <a:srgbClr val="0070C0"/>
              </a:buClr>
              <a:buSzPts val="3200"/>
              <a:buFont typeface="Noto Sans Symbols"/>
              <a:buChar char="❖"/>
              <a:defRPr b="0" i="0" sz="3200" u="none" cap="none" strike="noStrike">
                <a:solidFill>
                  <a:schemeClr val="dk1"/>
                </a:solidFill>
                <a:latin typeface="Calibri"/>
                <a:ea typeface="Calibri"/>
                <a:cs typeface="Calibri"/>
                <a:sym typeface="Calibri"/>
              </a:defRPr>
            </a:lvl1pPr>
            <a:lvl2pPr indent="-406400" lvl="1" marL="914400" marR="0" rtl="0" algn="just">
              <a:lnSpc>
                <a:spcPct val="90000"/>
              </a:lnSpc>
              <a:spcBef>
                <a:spcPts val="840"/>
              </a:spcBef>
              <a:spcAft>
                <a:spcPts val="0"/>
              </a:spcAft>
              <a:buClr>
                <a:srgbClr val="0070C0"/>
              </a:buClr>
              <a:buSzPts val="2800"/>
              <a:buFont typeface="Noto Sans Symbols"/>
              <a:buChar char="⮚"/>
              <a:defRPr b="0" i="0" sz="2800" u="none" cap="none" strike="noStrike">
                <a:solidFill>
                  <a:schemeClr val="dk1"/>
                </a:solidFill>
                <a:latin typeface="Calibri"/>
                <a:ea typeface="Calibri"/>
                <a:cs typeface="Calibri"/>
                <a:sym typeface="Calibri"/>
              </a:defRPr>
            </a:lvl2pPr>
            <a:lvl3pPr indent="-381000" lvl="2" marL="1371600" marR="0" rtl="0" algn="just">
              <a:lnSpc>
                <a:spcPct val="90000"/>
              </a:lnSpc>
              <a:spcBef>
                <a:spcPts val="720"/>
              </a:spcBef>
              <a:spcAft>
                <a:spcPts val="0"/>
              </a:spcAft>
              <a:buClr>
                <a:srgbClr val="0070C0"/>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just">
              <a:lnSpc>
                <a:spcPct val="90000"/>
              </a:lnSpc>
              <a:spcBef>
                <a:spcPts val="600"/>
              </a:spcBef>
              <a:spcAft>
                <a:spcPts val="0"/>
              </a:spcAft>
              <a:buClr>
                <a:srgbClr val="0070C0"/>
              </a:buClr>
              <a:buSzPts val="2000"/>
              <a:buFont typeface="Courier New"/>
              <a:buChar char="o"/>
              <a:defRPr b="0" i="0" sz="2000" u="none" cap="none" strike="noStrike">
                <a:solidFill>
                  <a:schemeClr val="dk1"/>
                </a:solidFill>
                <a:latin typeface="Calibri"/>
                <a:ea typeface="Calibri"/>
                <a:cs typeface="Calibri"/>
                <a:sym typeface="Calibri"/>
              </a:defRPr>
            </a:lvl4pPr>
            <a:lvl5pPr indent="-355600" lvl="4" marL="2286000" marR="0" rtl="0" algn="just">
              <a:lnSpc>
                <a:spcPct val="90000"/>
              </a:lnSpc>
              <a:spcBef>
                <a:spcPts val="600"/>
              </a:spcBef>
              <a:spcAft>
                <a:spcPts val="0"/>
              </a:spcAft>
              <a:buClr>
                <a:srgbClr val="0070C0"/>
              </a:buClr>
              <a:buSzPts val="2000"/>
              <a:buFont typeface="Arial"/>
              <a:buChar char="•"/>
              <a:defRPr b="0" i="0" sz="20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6pPr>
            <a:lvl7pPr indent="-342900" lvl="6" marL="32004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7pPr>
            <a:lvl8pPr indent="-342900" lvl="7" marL="36576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8pPr>
            <a:lvl9pPr indent="-342900" lvl="8" marL="41148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9pPr>
          </a:lstStyle>
          <a:p/>
        </p:txBody>
      </p:sp>
      <p:sp>
        <p:nvSpPr>
          <p:cNvPr id="12" name="Google Shape;12;p13"/>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1" sz="1200" u="none" cap="none" strike="noStrike">
                <a:solidFill>
                  <a:srgbClr val="0C0C0C"/>
                </a:solidFill>
                <a:latin typeface="Quattrocento Sans"/>
                <a:ea typeface="Quattrocento Sans"/>
                <a:cs typeface="Quattrocento Sans"/>
                <a:sym typeface="Quattrocento Sans"/>
              </a:defRPr>
            </a:lvl1pPr>
            <a:lvl2pPr lvl="1"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2pPr>
            <a:lvl3pPr lvl="2"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3pPr>
            <a:lvl4pPr lvl="3"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4pPr>
            <a:lvl5pPr lvl="4"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5pPr>
            <a:lvl6pPr lvl="5"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6pPr>
            <a:lvl7pPr lvl="6"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7pPr>
            <a:lvl8pPr lvl="7"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8pPr>
            <a:lvl9pPr lvl="8"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3" name="Google Shape;13;p13"/>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1" sz="1200" u="none" cap="none" strike="noStrike">
                <a:solidFill>
                  <a:srgbClr val="0C0C0C"/>
                </a:solidFill>
                <a:latin typeface="Quattrocento Sans"/>
                <a:ea typeface="Quattrocento Sans"/>
                <a:cs typeface="Quattrocento Sans"/>
                <a:sym typeface="Quattrocento Sans"/>
              </a:defRPr>
            </a:lvl1pPr>
            <a:lvl2pPr lvl="1"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2pPr>
            <a:lvl3pPr lvl="2"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3pPr>
            <a:lvl4pPr lvl="3"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4pPr>
            <a:lvl5pPr lvl="4"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5pPr>
            <a:lvl6pPr lvl="5"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6pPr>
            <a:lvl7pPr lvl="6"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7pPr>
            <a:lvl8pPr lvl="7"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8pPr>
            <a:lvl9pPr lvl="8"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4" name="Google Shape;14;p13"/>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1" sz="1200" u="none" cap="none" strike="noStrike">
                <a:solidFill>
                  <a:srgbClr val="0C0C0C"/>
                </a:solidFill>
                <a:latin typeface="Quattrocento Sans"/>
                <a:ea typeface="Quattrocento Sans"/>
                <a:cs typeface="Quattrocento Sans"/>
                <a:sym typeface="Quattrocento Sans"/>
              </a:defRPr>
            </a:lvl1pPr>
            <a:lvl2pPr indent="0" lvl="1" marL="0" marR="0" rtl="0" algn="r">
              <a:spcBef>
                <a:spcPts val="0"/>
              </a:spcBef>
              <a:buNone/>
              <a:defRPr b="0" i="1" sz="1200" u="none" cap="none" strike="noStrike">
                <a:solidFill>
                  <a:srgbClr val="0C0C0C"/>
                </a:solidFill>
                <a:latin typeface="Quattrocento Sans"/>
                <a:ea typeface="Quattrocento Sans"/>
                <a:cs typeface="Quattrocento Sans"/>
                <a:sym typeface="Quattrocento Sans"/>
              </a:defRPr>
            </a:lvl2pPr>
            <a:lvl3pPr indent="0" lvl="2" marL="0" marR="0" rtl="0" algn="r">
              <a:spcBef>
                <a:spcPts val="0"/>
              </a:spcBef>
              <a:buNone/>
              <a:defRPr b="0" i="1" sz="1200" u="none" cap="none" strike="noStrike">
                <a:solidFill>
                  <a:srgbClr val="0C0C0C"/>
                </a:solidFill>
                <a:latin typeface="Quattrocento Sans"/>
                <a:ea typeface="Quattrocento Sans"/>
                <a:cs typeface="Quattrocento Sans"/>
                <a:sym typeface="Quattrocento Sans"/>
              </a:defRPr>
            </a:lvl3pPr>
            <a:lvl4pPr indent="0" lvl="3" marL="0" marR="0" rtl="0" algn="r">
              <a:spcBef>
                <a:spcPts val="0"/>
              </a:spcBef>
              <a:buNone/>
              <a:defRPr b="0" i="1" sz="1200" u="none" cap="none" strike="noStrike">
                <a:solidFill>
                  <a:srgbClr val="0C0C0C"/>
                </a:solidFill>
                <a:latin typeface="Quattrocento Sans"/>
                <a:ea typeface="Quattrocento Sans"/>
                <a:cs typeface="Quattrocento Sans"/>
                <a:sym typeface="Quattrocento Sans"/>
              </a:defRPr>
            </a:lvl4pPr>
            <a:lvl5pPr indent="0" lvl="4" marL="0" marR="0" rtl="0" algn="r">
              <a:spcBef>
                <a:spcPts val="0"/>
              </a:spcBef>
              <a:buNone/>
              <a:defRPr b="0" i="1" sz="1200" u="none" cap="none" strike="noStrike">
                <a:solidFill>
                  <a:srgbClr val="0C0C0C"/>
                </a:solidFill>
                <a:latin typeface="Quattrocento Sans"/>
                <a:ea typeface="Quattrocento Sans"/>
                <a:cs typeface="Quattrocento Sans"/>
                <a:sym typeface="Quattrocento Sans"/>
              </a:defRPr>
            </a:lvl5pPr>
            <a:lvl6pPr indent="0" lvl="5" marL="0" marR="0" rtl="0" algn="r">
              <a:spcBef>
                <a:spcPts val="0"/>
              </a:spcBef>
              <a:buNone/>
              <a:defRPr b="0" i="1" sz="1200" u="none" cap="none" strike="noStrike">
                <a:solidFill>
                  <a:srgbClr val="0C0C0C"/>
                </a:solidFill>
                <a:latin typeface="Quattrocento Sans"/>
                <a:ea typeface="Quattrocento Sans"/>
                <a:cs typeface="Quattrocento Sans"/>
                <a:sym typeface="Quattrocento Sans"/>
              </a:defRPr>
            </a:lvl6pPr>
            <a:lvl7pPr indent="0" lvl="6" marL="0" marR="0" rtl="0" algn="r">
              <a:spcBef>
                <a:spcPts val="0"/>
              </a:spcBef>
              <a:buNone/>
              <a:defRPr b="0" i="1" sz="1200" u="none" cap="none" strike="noStrike">
                <a:solidFill>
                  <a:srgbClr val="0C0C0C"/>
                </a:solidFill>
                <a:latin typeface="Quattrocento Sans"/>
                <a:ea typeface="Quattrocento Sans"/>
                <a:cs typeface="Quattrocento Sans"/>
                <a:sym typeface="Quattrocento Sans"/>
              </a:defRPr>
            </a:lvl7pPr>
            <a:lvl8pPr indent="0" lvl="7" marL="0" marR="0" rtl="0" algn="r">
              <a:spcBef>
                <a:spcPts val="0"/>
              </a:spcBef>
              <a:buNone/>
              <a:defRPr b="0" i="1" sz="1200" u="none" cap="none" strike="noStrike">
                <a:solidFill>
                  <a:srgbClr val="0C0C0C"/>
                </a:solidFill>
                <a:latin typeface="Quattrocento Sans"/>
                <a:ea typeface="Quattrocento Sans"/>
                <a:cs typeface="Quattrocento Sans"/>
                <a:sym typeface="Quattrocento Sans"/>
              </a:defRPr>
            </a:lvl8pPr>
            <a:lvl9pPr indent="0" lvl="8" marL="0" marR="0" rtl="0" algn="r">
              <a:spcBef>
                <a:spcPts val="0"/>
              </a:spcBef>
              <a:buNone/>
              <a:defRPr b="0" i="1" sz="1200" u="none" cap="none" strike="noStrike">
                <a:solidFill>
                  <a:srgbClr val="0C0C0C"/>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pic>
        <p:nvPicPr>
          <p:cNvPr descr="C:\Users\Admin\Desktop\New folder (3)\PPT\AcroLogoTransparant.png" id="15" name="Google Shape;15;p13"/>
          <p:cNvPicPr preferRelativeResize="0"/>
          <p:nvPr/>
        </p:nvPicPr>
        <p:blipFill rotWithShape="1">
          <a:blip r:embed="rId1">
            <a:alphaModFix/>
          </a:blip>
          <a:srcRect b="0" l="0" r="0" t="0"/>
          <a:stretch/>
        </p:blipFill>
        <p:spPr>
          <a:xfrm>
            <a:off x="10167750" y="6460506"/>
            <a:ext cx="1828800" cy="3706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
          <p:cNvSpPr txBox="1"/>
          <p:nvPr>
            <p:ph type="ctrTitle"/>
          </p:nvPr>
        </p:nvSpPr>
        <p:spPr>
          <a:xfrm>
            <a:off x="838200" y="2405576"/>
            <a:ext cx="10515600" cy="1860146"/>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lt1"/>
              </a:buClr>
              <a:buSzPct val="100000"/>
              <a:buFont typeface="Calibri"/>
              <a:buNone/>
            </a:pPr>
            <a:r>
              <a:rPr lang="en-US"/>
              <a:t>Student Attendence System </a:t>
            </a:r>
            <a:endParaRPr/>
          </a:p>
        </p:txBody>
      </p:sp>
      <p:sp>
        <p:nvSpPr>
          <p:cNvPr id="121" name="Google Shape;121;p2"/>
          <p:cNvSpPr txBox="1"/>
          <p:nvPr>
            <p:ph idx="1" type="subTitle"/>
          </p:nvPr>
        </p:nvSpPr>
        <p:spPr>
          <a:xfrm>
            <a:off x="76704" y="5110609"/>
            <a:ext cx="12037454" cy="1137793"/>
          </a:xfrm>
          <a:prstGeom prst="rect">
            <a:avLst/>
          </a:prstGeom>
          <a:noFill/>
          <a:ln>
            <a:noFill/>
          </a:ln>
        </p:spPr>
        <p:txBody>
          <a:bodyPr anchorCtr="0" anchor="t" bIns="45700" lIns="91425" spcFirstLastPara="1" rIns="91425" wrap="square" tIns="45700">
            <a:normAutofit fontScale="55000" lnSpcReduction="20000"/>
          </a:bodyPr>
          <a:lstStyle/>
          <a:p>
            <a:pPr indent="0" lvl="0" marL="0" rtl="0" algn="r">
              <a:lnSpc>
                <a:spcPct val="150000"/>
              </a:lnSpc>
              <a:spcBef>
                <a:spcPts val="0"/>
              </a:spcBef>
              <a:spcAft>
                <a:spcPts val="0"/>
              </a:spcAft>
              <a:buSzPct val="100000"/>
              <a:buNone/>
            </a:pPr>
            <a:r>
              <a:rPr b="1" lang="en-US" sz="4000">
                <a:solidFill>
                  <a:schemeClr val="dk1"/>
                </a:solidFill>
                <a:latin typeface="Droid Sans Mono"/>
                <a:ea typeface="Droid Sans Mono"/>
                <a:cs typeface="Droid Sans Mono"/>
                <a:sym typeface="Droid Sans Mono"/>
              </a:rPr>
              <a:t>Submitted to: </a:t>
            </a:r>
            <a:endParaRPr/>
          </a:p>
          <a:p>
            <a:pPr indent="0" lvl="0" marL="0" rtl="0" algn="r">
              <a:lnSpc>
                <a:spcPct val="150000"/>
              </a:lnSpc>
              <a:spcBef>
                <a:spcPts val="600"/>
              </a:spcBef>
              <a:spcAft>
                <a:spcPts val="0"/>
              </a:spcAft>
              <a:buSzPct val="100000"/>
              <a:buNone/>
            </a:pPr>
            <a:r>
              <a:rPr b="1" lang="en-US" sz="4000">
                <a:solidFill>
                  <a:schemeClr val="dk1"/>
                </a:solidFill>
                <a:latin typeface="Droid Sans Mono"/>
                <a:ea typeface="Droid Sans Mono"/>
                <a:cs typeface="Droid Sans Mono"/>
                <a:sym typeface="Droid Sans Mono"/>
              </a:rPr>
              <a:t>Department of Computer Science and Engineering</a:t>
            </a:r>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ph type="title"/>
          </p:nvPr>
        </p:nvSpPr>
        <p:spPr>
          <a:xfrm>
            <a:off x="838201" y="2402238"/>
            <a:ext cx="4802944" cy="218722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Font typeface="Droid Sans Mono"/>
              <a:buNone/>
            </a:pPr>
            <a:r>
              <a:rPr lang="en-US" sz="3200"/>
              <a:t>Supervised by:</a:t>
            </a:r>
            <a:br>
              <a:rPr lang="en-US" sz="3200"/>
            </a:br>
            <a:r>
              <a:rPr lang="en-US" sz="3200"/>
              <a:t>Prof.Neha Setha</a:t>
            </a:r>
            <a:endParaRPr sz="3200"/>
          </a:p>
        </p:txBody>
      </p:sp>
      <p:sp>
        <p:nvSpPr>
          <p:cNvPr id="127" name="Google Shape;127;p3"/>
          <p:cNvSpPr txBox="1"/>
          <p:nvPr>
            <p:ph idx="1" type="body"/>
          </p:nvPr>
        </p:nvSpPr>
        <p:spPr>
          <a:xfrm>
            <a:off x="6323308" y="2025748"/>
            <a:ext cx="5269424" cy="2827606"/>
          </a:xfrm>
          <a:prstGeom prst="rect">
            <a:avLst/>
          </a:prstGeom>
          <a:noFill/>
          <a:ln>
            <a:noFill/>
          </a:ln>
        </p:spPr>
        <p:txBody>
          <a:bodyPr anchorCtr="0" anchor="ctr" bIns="45700" lIns="91425" spcFirstLastPara="1" rIns="91425" wrap="square" tIns="45700">
            <a:normAutofit lnSpcReduction="20000"/>
          </a:bodyPr>
          <a:lstStyle/>
          <a:p>
            <a:pPr indent="0" lvl="0" marL="0" rtl="0" algn="l">
              <a:lnSpc>
                <a:spcPct val="120000"/>
              </a:lnSpc>
              <a:spcBef>
                <a:spcPts val="0"/>
              </a:spcBef>
              <a:spcAft>
                <a:spcPts val="0"/>
              </a:spcAft>
              <a:buSzPts val="4400"/>
              <a:buNone/>
            </a:pPr>
            <a:r>
              <a:rPr lang="en-US"/>
              <a:t>Team Members</a:t>
            </a:r>
            <a:endParaRPr/>
          </a:p>
          <a:p>
            <a:pPr indent="0" lvl="0" marL="0" rtl="0" algn="l">
              <a:lnSpc>
                <a:spcPct val="120000"/>
              </a:lnSpc>
              <a:spcBef>
                <a:spcPts val="0"/>
              </a:spcBef>
              <a:spcAft>
                <a:spcPts val="0"/>
              </a:spcAft>
              <a:buSzPts val="4400"/>
              <a:buNone/>
            </a:pPr>
            <a:r>
              <a:rPr lang="en-US"/>
              <a:t>1.Adasrh Underiya</a:t>
            </a:r>
            <a:endParaRPr/>
          </a:p>
          <a:p>
            <a:pPr indent="0" lvl="0" marL="0" rtl="0" algn="l">
              <a:lnSpc>
                <a:spcPct val="120000"/>
              </a:lnSpc>
              <a:spcBef>
                <a:spcPts val="0"/>
              </a:spcBef>
              <a:spcAft>
                <a:spcPts val="0"/>
              </a:spcAft>
              <a:buSzPts val="4400"/>
              <a:buNone/>
            </a:pPr>
            <a:r>
              <a:t/>
            </a:r>
            <a:endParaRPr/>
          </a:p>
          <a:p>
            <a:pPr indent="0" lvl="0" marL="0" rtl="0" algn="l">
              <a:lnSpc>
                <a:spcPct val="120000"/>
              </a:lnSpc>
              <a:spcBef>
                <a:spcPts val="0"/>
              </a:spcBef>
              <a:spcAft>
                <a:spcPts val="0"/>
              </a:spcAft>
              <a:buSzPts val="4400"/>
              <a:buNone/>
            </a:pPr>
            <a:r>
              <a:t/>
            </a:r>
            <a:endParaRPr/>
          </a:p>
        </p:txBody>
      </p:sp>
      <p:sp>
        <p:nvSpPr>
          <p:cNvPr id="128" name="Google Shape;128;p3"/>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 November 2023</a:t>
            </a:r>
            <a:endParaRPr/>
          </a:p>
        </p:txBody>
      </p:sp>
      <p:sp>
        <p:nvSpPr>
          <p:cNvPr id="129" name="Google Shape;129;p3"/>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Science Engineering</a:t>
            </a:r>
            <a:endParaRPr/>
          </a:p>
        </p:txBody>
      </p:sp>
      <p:sp>
        <p:nvSpPr>
          <p:cNvPr id="130" name="Google Shape;130;p3"/>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4"/>
          <p:cNvSpPr txBox="1"/>
          <p:nvPr>
            <p:ph type="title"/>
          </p:nvPr>
        </p:nvSpPr>
        <p:spPr>
          <a:xfrm>
            <a:off x="154546" y="0"/>
            <a:ext cx="11874322" cy="1300766"/>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4400"/>
              <a:buFont typeface="Calibri"/>
              <a:buNone/>
            </a:pPr>
            <a:r>
              <a:rPr lang="en-US"/>
              <a:t>Project Presentation Outline</a:t>
            </a:r>
            <a:endParaRPr/>
          </a:p>
        </p:txBody>
      </p:sp>
      <p:sp>
        <p:nvSpPr>
          <p:cNvPr id="136" name="Google Shape;136;p4"/>
          <p:cNvSpPr txBox="1"/>
          <p:nvPr>
            <p:ph idx="1" type="body"/>
          </p:nvPr>
        </p:nvSpPr>
        <p:spPr>
          <a:xfrm>
            <a:off x="172571" y="1418447"/>
            <a:ext cx="11846859" cy="5112846"/>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SzPts val="3200"/>
              <a:buChar char="❖"/>
            </a:pPr>
            <a:r>
              <a:rPr lang="en-US"/>
              <a:t>Introduction</a:t>
            </a:r>
            <a:endParaRPr/>
          </a:p>
          <a:p>
            <a:pPr indent="-228600" lvl="0" marL="228600" rtl="0" algn="just">
              <a:lnSpc>
                <a:spcPct val="90000"/>
              </a:lnSpc>
              <a:spcBef>
                <a:spcPts val="960"/>
              </a:spcBef>
              <a:spcAft>
                <a:spcPts val="0"/>
              </a:spcAft>
              <a:buSzPts val="3200"/>
              <a:buChar char="❖"/>
            </a:pPr>
            <a:r>
              <a:rPr lang="en-US"/>
              <a:t>Problem Statement</a:t>
            </a:r>
            <a:endParaRPr/>
          </a:p>
          <a:p>
            <a:pPr indent="-228600" lvl="0" marL="228600" rtl="0" algn="just">
              <a:lnSpc>
                <a:spcPct val="90000"/>
              </a:lnSpc>
              <a:spcBef>
                <a:spcPts val="960"/>
              </a:spcBef>
              <a:spcAft>
                <a:spcPts val="0"/>
              </a:spcAft>
              <a:buSzPts val="3200"/>
              <a:buChar char="❖"/>
            </a:pPr>
            <a:r>
              <a:rPr lang="en-US"/>
              <a:t>Project Objectives</a:t>
            </a:r>
            <a:endParaRPr/>
          </a:p>
          <a:p>
            <a:pPr indent="-228600" lvl="0" marL="228600" rtl="0" algn="just">
              <a:lnSpc>
                <a:spcPct val="90000"/>
              </a:lnSpc>
              <a:spcBef>
                <a:spcPts val="960"/>
              </a:spcBef>
              <a:spcAft>
                <a:spcPts val="0"/>
              </a:spcAft>
              <a:buSzPts val="3200"/>
              <a:buChar char="❖"/>
            </a:pPr>
            <a:r>
              <a:rPr lang="en-US"/>
              <a:t>Requirement Analysis</a:t>
            </a:r>
            <a:endParaRPr/>
          </a:p>
          <a:p>
            <a:pPr indent="-228600" lvl="0" marL="228600" rtl="0" algn="just">
              <a:lnSpc>
                <a:spcPct val="90000"/>
              </a:lnSpc>
              <a:spcBef>
                <a:spcPts val="960"/>
              </a:spcBef>
              <a:spcAft>
                <a:spcPts val="0"/>
              </a:spcAft>
              <a:buSzPts val="3200"/>
              <a:buChar char="❖"/>
            </a:pPr>
            <a:r>
              <a:rPr lang="en-US"/>
              <a:t>System Designs/UML Diagrams</a:t>
            </a:r>
            <a:endParaRPr/>
          </a:p>
          <a:p>
            <a:pPr indent="-228600" lvl="0" marL="228600" rtl="0" algn="just">
              <a:lnSpc>
                <a:spcPct val="90000"/>
              </a:lnSpc>
              <a:spcBef>
                <a:spcPts val="960"/>
              </a:spcBef>
              <a:spcAft>
                <a:spcPts val="0"/>
              </a:spcAft>
              <a:buSzPts val="3200"/>
              <a:buChar char="❖"/>
            </a:pPr>
            <a:r>
              <a:rPr lang="en-US"/>
              <a:t>Conclusions and Limitations</a:t>
            </a:r>
            <a:endParaRPr/>
          </a:p>
          <a:p>
            <a:pPr indent="-228600" lvl="0" marL="228600" rtl="0" algn="just">
              <a:lnSpc>
                <a:spcPct val="90000"/>
              </a:lnSpc>
              <a:spcBef>
                <a:spcPts val="960"/>
              </a:spcBef>
              <a:spcAft>
                <a:spcPts val="0"/>
              </a:spcAft>
              <a:buSzPts val="3200"/>
              <a:buNone/>
            </a:pPr>
            <a:r>
              <a:t/>
            </a:r>
            <a:endParaRPr/>
          </a:p>
        </p:txBody>
      </p:sp>
      <p:sp>
        <p:nvSpPr>
          <p:cNvPr id="137" name="Google Shape;137;p4"/>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4"/>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9" name="Google Shape;139;p4"/>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Science Engineering</a:t>
            </a:r>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5"/>
          <p:cNvSpPr txBox="1"/>
          <p:nvPr>
            <p:ph type="title"/>
          </p:nvPr>
        </p:nvSpPr>
        <p:spPr>
          <a:xfrm>
            <a:off x="154546" y="0"/>
            <a:ext cx="11874322" cy="1300766"/>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4400"/>
              <a:buFont typeface="Calibri"/>
              <a:buNone/>
            </a:pPr>
            <a:r>
              <a:rPr lang="en-US"/>
              <a:t>Introduction </a:t>
            </a:r>
            <a:endParaRPr/>
          </a:p>
        </p:txBody>
      </p:sp>
      <p:sp>
        <p:nvSpPr>
          <p:cNvPr id="145" name="Google Shape;145;p5"/>
          <p:cNvSpPr txBox="1"/>
          <p:nvPr>
            <p:ph idx="1" type="body"/>
          </p:nvPr>
        </p:nvSpPr>
        <p:spPr>
          <a:xfrm>
            <a:off x="172571" y="1418447"/>
            <a:ext cx="11846859" cy="5112846"/>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SzPts val="3200"/>
              <a:buChar char="❖"/>
            </a:pPr>
            <a:r>
              <a:rPr lang="en-US"/>
              <a:t>A student attendance system is a specialized software or tool designed for educational institutions to efficiently monitor and manage the attendance of their students. It replaces traditional manual methods of taking attendance and utilizes technology. It plays a vital role in ensuring that students are punctual and actively participating in their academic activities, ultimately contributing to better educational outcomes.</a:t>
            </a:r>
            <a:endParaRPr/>
          </a:p>
        </p:txBody>
      </p:sp>
      <p:sp>
        <p:nvSpPr>
          <p:cNvPr id="146" name="Google Shape;146;p5"/>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5"/>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8" name="Google Shape;148;p5"/>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Science Engineering</a:t>
            </a:r>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6"/>
          <p:cNvSpPr txBox="1"/>
          <p:nvPr>
            <p:ph type="title"/>
          </p:nvPr>
        </p:nvSpPr>
        <p:spPr>
          <a:xfrm>
            <a:off x="154546" y="0"/>
            <a:ext cx="11874322" cy="1300766"/>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4400"/>
              <a:buFont typeface="Calibri"/>
              <a:buNone/>
            </a:pPr>
            <a:r>
              <a:rPr lang="en-US"/>
              <a:t>The Problem Statement</a:t>
            </a:r>
            <a:endParaRPr/>
          </a:p>
        </p:txBody>
      </p:sp>
      <p:sp>
        <p:nvSpPr>
          <p:cNvPr id="154" name="Google Shape;154;p6"/>
          <p:cNvSpPr txBox="1"/>
          <p:nvPr>
            <p:ph idx="1" type="body"/>
          </p:nvPr>
        </p:nvSpPr>
        <p:spPr>
          <a:xfrm>
            <a:off x="172571" y="1418447"/>
            <a:ext cx="11846859" cy="5112846"/>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SzPts val="3200"/>
              <a:buChar char="❖"/>
            </a:pPr>
            <a:r>
              <a:rPr b="1" lang="en-US"/>
              <a:t>Inaccuracy:</a:t>
            </a:r>
            <a:r>
              <a:rPr lang="en-US"/>
              <a:t> Manual attendance systems are prone to human errors, both in recording and reporting attendance. </a:t>
            </a:r>
            <a:endParaRPr/>
          </a:p>
          <a:p>
            <a:pPr indent="-228600" lvl="0" marL="228600" rtl="0" algn="just">
              <a:lnSpc>
                <a:spcPct val="90000"/>
              </a:lnSpc>
              <a:spcBef>
                <a:spcPts val="960"/>
              </a:spcBef>
              <a:spcAft>
                <a:spcPts val="0"/>
              </a:spcAft>
              <a:buSzPts val="3200"/>
              <a:buChar char="❖"/>
            </a:pPr>
            <a:r>
              <a:rPr b="1" lang="en-US"/>
              <a:t>Time-Consuming:</a:t>
            </a:r>
            <a:r>
              <a:rPr lang="en-US"/>
              <a:t> Taking attendance manually is time-consuming, especially in larger classes or institutions.</a:t>
            </a:r>
            <a:endParaRPr/>
          </a:p>
          <a:p>
            <a:pPr indent="-228600" lvl="0" marL="228600" rtl="0" algn="just">
              <a:lnSpc>
                <a:spcPct val="90000"/>
              </a:lnSpc>
              <a:spcBef>
                <a:spcPts val="960"/>
              </a:spcBef>
              <a:spcAft>
                <a:spcPts val="0"/>
              </a:spcAft>
              <a:buSzPts val="3200"/>
              <a:buChar char="❖"/>
            </a:pPr>
            <a:r>
              <a:rPr b="1" lang="en-US"/>
              <a:t>Security Concerns:</a:t>
            </a:r>
            <a:r>
              <a:rPr lang="en-US"/>
              <a:t> Paper-based attendance systems are susceptible to fraud and identity theft, as anyone can potentially impersonate a student.</a:t>
            </a:r>
            <a:endParaRPr/>
          </a:p>
          <a:p>
            <a:pPr indent="-228600" lvl="0" marL="228600" rtl="0" algn="just">
              <a:lnSpc>
                <a:spcPct val="90000"/>
              </a:lnSpc>
              <a:spcBef>
                <a:spcPts val="960"/>
              </a:spcBef>
              <a:spcAft>
                <a:spcPts val="0"/>
              </a:spcAft>
              <a:buSzPts val="3200"/>
              <a:buChar char="❖"/>
            </a:pPr>
            <a:r>
              <a:rPr b="1" lang="en-US"/>
              <a:t>Data Accessibility:</a:t>
            </a:r>
            <a:r>
              <a:rPr lang="en-US"/>
              <a:t> Retrieving and managing attendance records can be cumbersome, and the records may get lost or damaged over time.</a:t>
            </a:r>
            <a:endParaRPr/>
          </a:p>
        </p:txBody>
      </p:sp>
      <p:sp>
        <p:nvSpPr>
          <p:cNvPr id="155" name="Google Shape;155;p6"/>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6"/>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7" name="Google Shape;157;p6"/>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Science Engineering</a:t>
            </a:r>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7"/>
          <p:cNvSpPr txBox="1"/>
          <p:nvPr>
            <p:ph type="title"/>
          </p:nvPr>
        </p:nvSpPr>
        <p:spPr>
          <a:xfrm>
            <a:off x="154546" y="0"/>
            <a:ext cx="11874322" cy="1300766"/>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4400"/>
              <a:buFont typeface="Calibri"/>
              <a:buNone/>
            </a:pPr>
            <a:r>
              <a:rPr lang="en-US"/>
              <a:t>Objectives</a:t>
            </a:r>
            <a:endParaRPr/>
          </a:p>
        </p:txBody>
      </p:sp>
      <p:sp>
        <p:nvSpPr>
          <p:cNvPr id="163" name="Google Shape;163;p7"/>
          <p:cNvSpPr txBox="1"/>
          <p:nvPr>
            <p:ph idx="1" type="body"/>
          </p:nvPr>
        </p:nvSpPr>
        <p:spPr>
          <a:xfrm>
            <a:off x="172571" y="1418447"/>
            <a:ext cx="11846859" cy="5112846"/>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SzPts val="3200"/>
              <a:buChar char="❖"/>
            </a:pPr>
            <a:r>
              <a:rPr b="1" lang="en-US"/>
              <a:t>Real-Time Monitoring</a:t>
            </a:r>
            <a:endParaRPr/>
          </a:p>
          <a:p>
            <a:pPr indent="-228600" lvl="0" marL="228600" rtl="0" algn="just">
              <a:lnSpc>
                <a:spcPct val="90000"/>
              </a:lnSpc>
              <a:spcBef>
                <a:spcPts val="960"/>
              </a:spcBef>
              <a:spcAft>
                <a:spcPts val="0"/>
              </a:spcAft>
              <a:buSzPts val="3200"/>
              <a:buChar char="❖"/>
            </a:pPr>
            <a:r>
              <a:rPr b="1" lang="en-US"/>
              <a:t>Accountability</a:t>
            </a:r>
            <a:endParaRPr/>
          </a:p>
          <a:p>
            <a:pPr indent="-228600" lvl="0" marL="228600" rtl="0" algn="just">
              <a:lnSpc>
                <a:spcPct val="90000"/>
              </a:lnSpc>
              <a:spcBef>
                <a:spcPts val="960"/>
              </a:spcBef>
              <a:spcAft>
                <a:spcPts val="0"/>
              </a:spcAft>
              <a:buSzPts val="3200"/>
              <a:buChar char="❖"/>
            </a:pPr>
            <a:r>
              <a:rPr b="1" lang="en-US"/>
              <a:t>Data Analysis</a:t>
            </a:r>
            <a:endParaRPr/>
          </a:p>
          <a:p>
            <a:pPr indent="-228600" lvl="0" marL="228600" rtl="0" algn="just">
              <a:lnSpc>
                <a:spcPct val="90000"/>
              </a:lnSpc>
              <a:spcBef>
                <a:spcPts val="960"/>
              </a:spcBef>
              <a:spcAft>
                <a:spcPts val="0"/>
              </a:spcAft>
              <a:buSzPts val="3200"/>
              <a:buChar char="❖"/>
            </a:pPr>
            <a:r>
              <a:rPr b="1" lang="en-US"/>
              <a:t>Efficiency</a:t>
            </a:r>
            <a:endParaRPr/>
          </a:p>
          <a:p>
            <a:pPr indent="-228600" lvl="0" marL="228600" rtl="0" algn="just">
              <a:lnSpc>
                <a:spcPct val="90000"/>
              </a:lnSpc>
              <a:spcBef>
                <a:spcPts val="960"/>
              </a:spcBef>
              <a:spcAft>
                <a:spcPts val="0"/>
              </a:spcAft>
              <a:buSzPts val="3200"/>
              <a:buChar char="❖"/>
            </a:pPr>
            <a:r>
              <a:rPr b="1" lang="en-US"/>
              <a:t>Record Keeping</a:t>
            </a:r>
            <a:endParaRPr/>
          </a:p>
          <a:p>
            <a:pPr indent="0" lvl="0" marL="0" rtl="0" algn="just">
              <a:lnSpc>
                <a:spcPct val="90000"/>
              </a:lnSpc>
              <a:spcBef>
                <a:spcPts val="960"/>
              </a:spcBef>
              <a:spcAft>
                <a:spcPts val="0"/>
              </a:spcAft>
              <a:buSzPts val="3200"/>
              <a:buNone/>
            </a:pPr>
            <a:r>
              <a:t/>
            </a:r>
            <a:endParaRPr b="1"/>
          </a:p>
          <a:p>
            <a:pPr indent="-25400" lvl="0" marL="228600" rtl="0" algn="just">
              <a:lnSpc>
                <a:spcPct val="90000"/>
              </a:lnSpc>
              <a:spcBef>
                <a:spcPts val="960"/>
              </a:spcBef>
              <a:spcAft>
                <a:spcPts val="0"/>
              </a:spcAft>
              <a:buSzPts val="3200"/>
              <a:buNone/>
            </a:pPr>
            <a:r>
              <a:t/>
            </a:r>
            <a:endParaRPr/>
          </a:p>
          <a:p>
            <a:pPr indent="-25400" lvl="0" marL="228600" rtl="0" algn="just">
              <a:lnSpc>
                <a:spcPct val="90000"/>
              </a:lnSpc>
              <a:spcBef>
                <a:spcPts val="960"/>
              </a:spcBef>
              <a:spcAft>
                <a:spcPts val="0"/>
              </a:spcAft>
              <a:buSzPts val="3200"/>
              <a:buNone/>
            </a:pPr>
            <a:r>
              <a:t/>
            </a:r>
            <a:endParaRPr/>
          </a:p>
        </p:txBody>
      </p:sp>
      <p:sp>
        <p:nvSpPr>
          <p:cNvPr id="164" name="Google Shape;164;p7"/>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7"/>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6" name="Google Shape;166;p7"/>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Science Engineering</a:t>
            </a:r>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9"/>
          <p:cNvSpPr txBox="1"/>
          <p:nvPr>
            <p:ph type="title"/>
          </p:nvPr>
        </p:nvSpPr>
        <p:spPr>
          <a:xfrm>
            <a:off x="154546" y="0"/>
            <a:ext cx="11874322" cy="1300766"/>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4400"/>
              <a:buFont typeface="Calibri"/>
              <a:buNone/>
            </a:pPr>
            <a:r>
              <a:rPr lang="en-US"/>
              <a:t> Limitation</a:t>
            </a:r>
            <a:endParaRPr/>
          </a:p>
        </p:txBody>
      </p:sp>
      <p:sp>
        <p:nvSpPr>
          <p:cNvPr id="172" name="Google Shape;172;p9"/>
          <p:cNvSpPr txBox="1"/>
          <p:nvPr>
            <p:ph idx="1" type="body"/>
          </p:nvPr>
        </p:nvSpPr>
        <p:spPr>
          <a:xfrm>
            <a:off x="172571" y="1418447"/>
            <a:ext cx="11846859" cy="5112846"/>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SzPts val="3200"/>
              <a:buNone/>
            </a:pPr>
            <a:r>
              <a:rPr lang="en-US"/>
              <a:t>      Limitations of the Project:</a:t>
            </a:r>
            <a:endParaRPr/>
          </a:p>
          <a:p>
            <a:pPr indent="-228600" lvl="0" marL="228600" rtl="0" algn="just">
              <a:lnSpc>
                <a:spcPct val="90000"/>
              </a:lnSpc>
              <a:spcBef>
                <a:spcPts val="960"/>
              </a:spcBef>
              <a:spcAft>
                <a:spcPts val="0"/>
              </a:spcAft>
              <a:buSzPts val="3200"/>
              <a:buChar char="❖"/>
            </a:pPr>
            <a:r>
              <a:rPr b="1" lang="en-US"/>
              <a:t>Data Security</a:t>
            </a:r>
            <a:endParaRPr/>
          </a:p>
          <a:p>
            <a:pPr indent="-228600" lvl="0" marL="228600" rtl="0" algn="just">
              <a:lnSpc>
                <a:spcPct val="90000"/>
              </a:lnSpc>
              <a:spcBef>
                <a:spcPts val="960"/>
              </a:spcBef>
              <a:spcAft>
                <a:spcPts val="0"/>
              </a:spcAft>
              <a:buSzPts val="3200"/>
              <a:buChar char="❖"/>
            </a:pPr>
            <a:r>
              <a:rPr b="1" lang="en-US"/>
              <a:t>Privacy Concerns</a:t>
            </a:r>
            <a:endParaRPr/>
          </a:p>
          <a:p>
            <a:pPr indent="-228600" lvl="0" marL="228600" rtl="0" algn="just">
              <a:lnSpc>
                <a:spcPct val="90000"/>
              </a:lnSpc>
              <a:spcBef>
                <a:spcPts val="960"/>
              </a:spcBef>
              <a:spcAft>
                <a:spcPts val="0"/>
              </a:spcAft>
              <a:buSzPts val="3200"/>
              <a:buChar char="❖"/>
            </a:pPr>
            <a:r>
              <a:rPr b="1" lang="en-US"/>
              <a:t>Hardware Reliability</a:t>
            </a:r>
            <a:endParaRPr/>
          </a:p>
          <a:p>
            <a:pPr indent="-228600" lvl="0" marL="228600" rtl="0" algn="just">
              <a:lnSpc>
                <a:spcPct val="90000"/>
              </a:lnSpc>
              <a:spcBef>
                <a:spcPts val="960"/>
              </a:spcBef>
              <a:spcAft>
                <a:spcPts val="0"/>
              </a:spcAft>
              <a:buSzPts val="3200"/>
              <a:buChar char="❖"/>
            </a:pPr>
            <a:r>
              <a:rPr b="1" lang="en-US"/>
              <a:t>Technical Expertise</a:t>
            </a:r>
            <a:endParaRPr/>
          </a:p>
        </p:txBody>
      </p:sp>
      <p:sp>
        <p:nvSpPr>
          <p:cNvPr id="173" name="Google Shape;173;p9"/>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 November 2023</a:t>
            </a:r>
            <a:endParaRPr/>
          </a:p>
        </p:txBody>
      </p:sp>
      <p:sp>
        <p:nvSpPr>
          <p:cNvPr id="174" name="Google Shape;174;p9"/>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5" name="Google Shape;175;p9"/>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Science Engineering</a:t>
            </a:r>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0"/>
          <p:cNvSpPr txBox="1"/>
          <p:nvPr>
            <p:ph type="title"/>
          </p:nvPr>
        </p:nvSpPr>
        <p:spPr>
          <a:xfrm>
            <a:off x="154546" y="0"/>
            <a:ext cx="11874322" cy="1300766"/>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4400"/>
              <a:buFont typeface="Calibri"/>
              <a:buNone/>
            </a:pPr>
            <a:r>
              <a:rPr lang="en-US"/>
              <a:t>Conclusion</a:t>
            </a:r>
            <a:endParaRPr/>
          </a:p>
        </p:txBody>
      </p:sp>
      <p:sp>
        <p:nvSpPr>
          <p:cNvPr id="181" name="Google Shape;181;p10"/>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 November 2023</a:t>
            </a:r>
            <a:endParaRPr/>
          </a:p>
        </p:txBody>
      </p:sp>
      <p:sp>
        <p:nvSpPr>
          <p:cNvPr id="182" name="Google Shape;182;p10"/>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Science Engineering</a:t>
            </a:r>
            <a:endParaRPr/>
          </a:p>
        </p:txBody>
      </p:sp>
      <p:sp>
        <p:nvSpPr>
          <p:cNvPr id="183" name="Google Shape;183;p10"/>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4" name="Google Shape;184;p10"/>
          <p:cNvSpPr txBox="1"/>
          <p:nvPr>
            <p:ph idx="1" type="body"/>
          </p:nvPr>
        </p:nvSpPr>
        <p:spPr>
          <a:xfrm>
            <a:off x="172571" y="1418447"/>
            <a:ext cx="11846859" cy="5112846"/>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SzPts val="3200"/>
              <a:buChar char="❖"/>
            </a:pPr>
            <a:r>
              <a:rPr lang="en-US"/>
              <a:t>The student attendance system project aims to automate and improve the process of tracking and managing student attendance in educational institutions. By implementing this system, educational institutions can streamline administrative tasks, improve communication with parents or guardians, and foster a more engaged and punctual student body.</a:t>
            </a:r>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2"/>
          <p:cNvSpPr/>
          <p:nvPr/>
        </p:nvSpPr>
        <p:spPr>
          <a:xfrm>
            <a:off x="91888" y="1843951"/>
            <a:ext cx="12008224" cy="31700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0" u="none" cap="none" strike="noStrike">
                <a:solidFill>
                  <a:srgbClr val="6D9BC1"/>
                </a:solidFill>
                <a:latin typeface="Quattrocento Sans"/>
                <a:ea typeface="Quattrocento Sans"/>
                <a:cs typeface="Quattrocento Sans"/>
                <a:sym typeface="Quattrocento Sans"/>
              </a:rPr>
              <a:t>THANKS</a:t>
            </a:r>
            <a:endParaRPr b="1" i="0" sz="20000" u="none" cap="none" strike="noStrike">
              <a:solidFill>
                <a:srgbClr val="6D9BC1"/>
              </a:solidFill>
              <a:latin typeface="Quattrocento Sans"/>
              <a:ea typeface="Quattrocento Sans"/>
              <a:cs typeface="Quattrocento Sans"/>
              <a:sym typeface="Quattrocento Sans"/>
            </a:endParaRPr>
          </a:p>
        </p:txBody>
      </p:sp>
      <p:sp>
        <p:nvSpPr>
          <p:cNvPr id="190" name="Google Shape;190;p12"/>
          <p:cNvSpPr txBox="1"/>
          <p:nvPr>
            <p:ph idx="10" type="dt"/>
          </p:nvPr>
        </p:nvSpPr>
        <p:spPr>
          <a:xfrm>
            <a:off x="838200" y="6562416"/>
            <a:ext cx="3200400" cy="27432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 November 2023</a:t>
            </a:r>
            <a:endParaRPr/>
          </a:p>
        </p:txBody>
      </p:sp>
      <p:sp>
        <p:nvSpPr>
          <p:cNvPr id="191" name="Google Shape;191;p12"/>
          <p:cNvSpPr txBox="1"/>
          <p:nvPr>
            <p:ph idx="12" type="sldNum"/>
          </p:nvPr>
        </p:nvSpPr>
        <p:spPr>
          <a:xfrm>
            <a:off x="8757642" y="6562416"/>
            <a:ext cx="1371600" cy="27432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2" name="Google Shape;192;p12"/>
          <p:cNvSpPr txBox="1"/>
          <p:nvPr>
            <p:ph idx="11" type="ftr"/>
          </p:nvPr>
        </p:nvSpPr>
        <p:spPr>
          <a:xfrm>
            <a:off x="4288665" y="6562416"/>
            <a:ext cx="3200400" cy="27432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Science Engineering</a:t>
            </a:r>
            <a:endParaRPr/>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elcomeDoc">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2014-03-28T16:17:36Z</dcterms:created>
  <dc:creator>Dr Kamal Kumar Sethi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TC029239449991</vt:lpwstr>
  </property>
</Properties>
</file>