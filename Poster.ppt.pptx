
<file path=[Content_Types].xml><?xml version="1.0" encoding="utf-8"?>
<Types xmlns="http://schemas.openxmlformats.org/package/2006/content-types">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Default Extension="png" ContentType="image/png"/>
  <Override PartName="/ppt/metadata" ContentType="application/binary"/>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63" r:id="rId3"/>
  </p:sldMasterIdLst>
  <p:notesMasterIdLst>
    <p:notesMasterId r:id="rId5"/>
  </p:notesMasterIdLst>
  <p:sldIdLst>
    <p:sldId id="256" r:id="rId4"/>
  </p:sldIdLst>
  <p:sldSz cx="43891200" cy="32918400"/>
  <p:notesSz cx="6858000" cy="9144000"/>
  <p:embeddedFontLst>
    <p:embeddedFont>
      <p:font typeface="Calibri" pitchFamily="34" charset="0"/>
      <p:regular r:id="rId6"/>
      <p:bold r:id="rId7"/>
      <p:italic r:id="rId8"/>
      <p:boldItalic r:id="rId9"/>
    </p:embeddedFont>
    <p:embeddedFont>
      <p:font typeface="Arial Black" pitchFamily="34" charset="0"/>
      <p:bold r:id="rId10"/>
    </p:embeddedFont>
    <p:embeddedFont>
      <p:font typeface="Trebuchet MS"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976">
          <p15:clr>
            <a:srgbClr val="A4A3A4"/>
          </p15:clr>
        </p15:guide>
        <p15:guide id="2" orient="horz" pos="288">
          <p15:clr>
            <a:srgbClr val="A4A3A4"/>
          </p15:clr>
        </p15:guide>
        <p15:guide id="3" orient="horz" pos="19656">
          <p15:clr>
            <a:srgbClr val="A4A3A4"/>
          </p15:clr>
        </p15:guide>
        <p15:guide id="4" orient="horz">
          <p15:clr>
            <a:srgbClr val="A4A3A4"/>
          </p15:clr>
        </p15:guide>
        <p15:guide id="5" pos="744">
          <p15:clr>
            <a:srgbClr val="A4A3A4"/>
          </p15:clr>
        </p15:guide>
        <p15:guide id="6" pos="27000">
          <p15:clr>
            <a:srgbClr val="A4A3A4"/>
          </p15:clr>
        </p15:guide>
      </p15:sldGuideLst>
    </p:ext>
    <p:ext uri="{2D200454-40CA-4A62-9FC3-DE9A4176ACB9}">
      <p15:notes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ht6szbZCbbyTuFzxF72hnbn4mqI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458720B3-81D1-4C08-BEED-F924BB8679F6}">
  <a:tblStyle styleId="{458720B3-81D1-4C08-BEED-F924BB8679F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7" d="100"/>
          <a:sy n="17" d="100"/>
        </p:scale>
        <p:origin x="-1680" y="-204"/>
      </p:cViewPr>
      <p:guideLst>
        <p:guide orient="horz" pos="2976"/>
        <p:guide orient="horz" pos="288"/>
        <p:guide orient="horz" pos="19656"/>
        <p:guide orient="horz"/>
        <p:guide pos="744"/>
        <p:guide pos="27000"/>
      </p:guideLst>
    </p:cSldViewPr>
  </p:slideViewPr>
  <p:notesTextViewPr>
    <p:cViewPr>
      <p:scale>
        <a:sx n="100" d="100"/>
        <a:sy n="100" d="100"/>
      </p:scale>
      <p:origin x="0" y="0"/>
    </p:cViewPr>
  </p:notesTextViewPr>
  <p:notesViewPr>
    <p:cSldViewPr snapToGrid="0">
      <p:cViewPr varScale="1">
        <p:scale>
          <a:sx n="100" d="100"/>
          <a:sy n="100" d="100"/>
        </p:scale>
        <p:origin x="0" y="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customschemas.google.com/relationships/presentationmetadata" Target="metadata"/><Relationship Id="rId10" Type="http://schemas.openxmlformats.org/officeDocument/2006/relationships/font" Target="fonts/font5.fntdata"/><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font" Target="fonts/font4.fntdata"/><Relationship Id="rId14"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6x48 template">
  <p:cSld name="36x48 template">
    <p:spTree>
      <p:nvGrpSpPr>
        <p:cNvPr id="1" name="Shape 20"/>
        <p:cNvGrpSpPr/>
        <p:nvPr/>
      </p:nvGrpSpPr>
      <p:grpSpPr>
        <a:xfrm>
          <a:off x="0" y="0"/>
          <a:ext cx="0" cy="0"/>
          <a:chOff x="0" y="0"/>
          <a:chExt cx="0" cy="0"/>
        </a:xfrm>
      </p:grpSpPr>
      <p:sp>
        <p:nvSpPr>
          <p:cNvPr id="21" name="Google Shape;21;p3"/>
          <p:cNvSpPr txBox="1">
            <a:spLocks noGrp="1"/>
          </p:cNvSpPr>
          <p:nvPr>
            <p:ph type="body" idx="1"/>
          </p:nvPr>
        </p:nvSpPr>
        <p:spPr>
          <a:xfrm>
            <a:off x="1148074" y="5966815"/>
            <a:ext cx="10056813" cy="846363"/>
          </a:xfrm>
          <a:prstGeom prst="rect">
            <a:avLst/>
          </a:prstGeom>
          <a:noFill/>
          <a:ln>
            <a:noFill/>
          </a:ln>
        </p:spPr>
        <p:txBody>
          <a:bodyPr spcFirstLastPara="1" wrap="square" lIns="228575" tIns="228575" rIns="228575" bIns="228575" anchor="t" anchorCtr="0">
            <a:spAutoFit/>
          </a:bodyPr>
          <a:lstStyle>
            <a:lvl1pPr marL="457200" lvl="0" indent="-228600" algn="l">
              <a:lnSpc>
                <a:spcPct val="90000"/>
              </a:lnSpc>
              <a:spcBef>
                <a:spcPts val="3600"/>
              </a:spcBef>
              <a:spcAft>
                <a:spcPts val="0"/>
              </a:spcAft>
              <a:buClr>
                <a:schemeClr val="dk1"/>
              </a:buClr>
              <a:buSzPts val="2500"/>
              <a:buNone/>
              <a:defRPr sz="2500">
                <a:solidFill>
                  <a:schemeClr val="dk1"/>
                </a:solidFill>
                <a:latin typeface="Calibri"/>
                <a:ea typeface="Calibri"/>
                <a:cs typeface="Calibri"/>
                <a:sym typeface="Calibri"/>
              </a:defRPr>
            </a:lvl1pPr>
            <a:lvl2pPr marL="914400" lvl="1"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2pPr>
            <a:lvl3pPr marL="1371600" lvl="2"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3pPr>
            <a:lvl4pPr marL="1828800" lvl="3"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4pPr>
            <a:lvl5pPr marL="2286000" lvl="4"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2" name="Google Shape;22;p3"/>
          <p:cNvSpPr txBox="1">
            <a:spLocks noGrp="1"/>
          </p:cNvSpPr>
          <p:nvPr>
            <p:ph type="body" idx="2"/>
          </p:nvPr>
        </p:nvSpPr>
        <p:spPr>
          <a:xfrm>
            <a:off x="1148074" y="5109837"/>
            <a:ext cx="10048875" cy="754045"/>
          </a:xfrm>
          <a:prstGeom prst="rect">
            <a:avLst/>
          </a:prstGeom>
          <a:noFill/>
          <a:ln>
            <a:noFill/>
          </a:ln>
        </p:spPr>
        <p:txBody>
          <a:bodyPr spcFirstLastPara="1" wrap="square" lIns="91425" tIns="91425" rIns="91425" bIns="91425" anchor="ctr" anchorCtr="0">
            <a:spAutoFit/>
          </a:bodyPr>
          <a:lstStyle>
            <a:lvl1pPr marL="457200" lvl="0" indent="-228600" algn="ctr">
              <a:lnSpc>
                <a:spcPct val="90000"/>
              </a:lnSpc>
              <a:spcBef>
                <a:spcPts val="3600"/>
              </a:spcBef>
              <a:spcAft>
                <a:spcPts val="0"/>
              </a:spcAft>
              <a:buClr>
                <a:srgbClr val="1F3864"/>
              </a:buClr>
              <a:buSzPts val="3700"/>
              <a:buNone/>
              <a:defRPr sz="3700" b="1" u="sng">
                <a:solidFill>
                  <a:srgbClr val="1F3864"/>
                </a:solidFill>
                <a:latin typeface="Calibri"/>
                <a:ea typeface="Calibri"/>
                <a:cs typeface="Calibri"/>
                <a:sym typeface="Calibri"/>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3" name="Google Shape;23;p3"/>
          <p:cNvSpPr txBox="1">
            <a:spLocks noGrp="1"/>
          </p:cNvSpPr>
          <p:nvPr>
            <p:ph type="body" idx="3"/>
          </p:nvPr>
        </p:nvSpPr>
        <p:spPr>
          <a:xfrm>
            <a:off x="1090242" y="14181956"/>
            <a:ext cx="10050462" cy="754045"/>
          </a:xfrm>
          <a:prstGeom prst="rect">
            <a:avLst/>
          </a:prstGeom>
          <a:noFill/>
          <a:ln>
            <a:noFill/>
          </a:ln>
        </p:spPr>
        <p:txBody>
          <a:bodyPr spcFirstLastPara="1" wrap="square" lIns="91425" tIns="91425" rIns="91425" bIns="91425" anchor="ctr" anchorCtr="0">
            <a:spAutoFit/>
          </a:bodyPr>
          <a:lstStyle>
            <a:lvl1pPr marL="457200" lvl="0" indent="-228600" algn="ctr">
              <a:lnSpc>
                <a:spcPct val="90000"/>
              </a:lnSpc>
              <a:spcBef>
                <a:spcPts val="3600"/>
              </a:spcBef>
              <a:spcAft>
                <a:spcPts val="0"/>
              </a:spcAft>
              <a:buClr>
                <a:srgbClr val="1F3864"/>
              </a:buClr>
              <a:buSzPts val="3700"/>
              <a:buNone/>
              <a:defRPr sz="3700" b="1" u="sng">
                <a:solidFill>
                  <a:srgbClr val="1F3864"/>
                </a:solidFill>
                <a:latin typeface="Calibri"/>
                <a:ea typeface="Calibri"/>
                <a:cs typeface="Calibri"/>
                <a:sym typeface="Calibri"/>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4" name="Google Shape;24;p3"/>
          <p:cNvSpPr txBox="1">
            <a:spLocks noGrp="1"/>
          </p:cNvSpPr>
          <p:nvPr>
            <p:ph type="body" idx="4"/>
          </p:nvPr>
        </p:nvSpPr>
        <p:spPr>
          <a:xfrm>
            <a:off x="11681570" y="5939569"/>
            <a:ext cx="10048874" cy="846363"/>
          </a:xfrm>
          <a:prstGeom prst="rect">
            <a:avLst/>
          </a:prstGeom>
          <a:noFill/>
          <a:ln>
            <a:noFill/>
          </a:ln>
        </p:spPr>
        <p:txBody>
          <a:bodyPr spcFirstLastPara="1" wrap="square" lIns="228575" tIns="228575" rIns="228575" bIns="228575" anchor="t" anchorCtr="0">
            <a:spAutoFit/>
          </a:bodyPr>
          <a:lstStyle>
            <a:lvl1pPr marL="457200" lvl="0" indent="-228600" algn="l">
              <a:lnSpc>
                <a:spcPct val="90000"/>
              </a:lnSpc>
              <a:spcBef>
                <a:spcPts val="3600"/>
              </a:spcBef>
              <a:spcAft>
                <a:spcPts val="0"/>
              </a:spcAft>
              <a:buClr>
                <a:schemeClr val="dk1"/>
              </a:buClr>
              <a:buSzPts val="2500"/>
              <a:buNone/>
              <a:defRPr sz="2500">
                <a:solidFill>
                  <a:schemeClr val="dk1"/>
                </a:solidFill>
                <a:latin typeface="Calibri"/>
                <a:ea typeface="Calibri"/>
                <a:cs typeface="Calibri"/>
                <a:sym typeface="Calibri"/>
              </a:defRPr>
            </a:lvl1pPr>
            <a:lvl2pPr marL="914400" lvl="1"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2pPr>
            <a:lvl3pPr marL="1371600" lvl="2"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3pPr>
            <a:lvl4pPr marL="1828800" lvl="3"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4pPr>
            <a:lvl5pPr marL="2286000" lvl="4"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5" name="Google Shape;25;p3"/>
          <p:cNvSpPr txBox="1">
            <a:spLocks noGrp="1"/>
          </p:cNvSpPr>
          <p:nvPr>
            <p:ph type="body" idx="5"/>
          </p:nvPr>
        </p:nvSpPr>
        <p:spPr>
          <a:xfrm>
            <a:off x="11681569" y="5146225"/>
            <a:ext cx="10048875" cy="754045"/>
          </a:xfrm>
          <a:prstGeom prst="rect">
            <a:avLst/>
          </a:prstGeom>
          <a:noFill/>
          <a:ln>
            <a:noFill/>
          </a:ln>
        </p:spPr>
        <p:txBody>
          <a:bodyPr spcFirstLastPara="1" wrap="square" lIns="91425" tIns="91425" rIns="91425" bIns="91425" anchor="ctr" anchorCtr="0">
            <a:spAutoFit/>
          </a:bodyPr>
          <a:lstStyle>
            <a:lvl1pPr marL="457200" lvl="0" indent="-228600" algn="ctr">
              <a:lnSpc>
                <a:spcPct val="90000"/>
              </a:lnSpc>
              <a:spcBef>
                <a:spcPts val="3600"/>
              </a:spcBef>
              <a:spcAft>
                <a:spcPts val="0"/>
              </a:spcAft>
              <a:buClr>
                <a:srgbClr val="1F3864"/>
              </a:buClr>
              <a:buSzPts val="3700"/>
              <a:buNone/>
              <a:defRPr sz="3700" b="1" u="sng">
                <a:solidFill>
                  <a:srgbClr val="1F3864"/>
                </a:solidFill>
                <a:latin typeface="Calibri"/>
                <a:ea typeface="Calibri"/>
                <a:cs typeface="Calibri"/>
                <a:sym typeface="Calibri"/>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6" name="Google Shape;26;p3"/>
          <p:cNvSpPr txBox="1">
            <a:spLocks noGrp="1"/>
          </p:cNvSpPr>
          <p:nvPr>
            <p:ph type="body" idx="6"/>
          </p:nvPr>
        </p:nvSpPr>
        <p:spPr>
          <a:xfrm>
            <a:off x="22207127" y="5939569"/>
            <a:ext cx="10048874" cy="846363"/>
          </a:xfrm>
          <a:prstGeom prst="rect">
            <a:avLst/>
          </a:prstGeom>
          <a:noFill/>
          <a:ln>
            <a:noFill/>
          </a:ln>
        </p:spPr>
        <p:txBody>
          <a:bodyPr spcFirstLastPara="1" wrap="square" lIns="228575" tIns="228575" rIns="228575" bIns="228575" anchor="t" anchorCtr="0">
            <a:spAutoFit/>
          </a:bodyPr>
          <a:lstStyle>
            <a:lvl1pPr marL="457200" lvl="0" indent="-228600" algn="l">
              <a:lnSpc>
                <a:spcPct val="90000"/>
              </a:lnSpc>
              <a:spcBef>
                <a:spcPts val="3600"/>
              </a:spcBef>
              <a:spcAft>
                <a:spcPts val="0"/>
              </a:spcAft>
              <a:buClr>
                <a:schemeClr val="dk1"/>
              </a:buClr>
              <a:buSzPts val="2500"/>
              <a:buNone/>
              <a:defRPr sz="2500">
                <a:solidFill>
                  <a:schemeClr val="dk1"/>
                </a:solidFill>
                <a:latin typeface="Calibri"/>
                <a:ea typeface="Calibri"/>
                <a:cs typeface="Calibri"/>
                <a:sym typeface="Calibri"/>
              </a:defRPr>
            </a:lvl1pPr>
            <a:lvl2pPr marL="914400" lvl="1"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2pPr>
            <a:lvl3pPr marL="1371600" lvl="2"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3pPr>
            <a:lvl4pPr marL="1828800" lvl="3"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4pPr>
            <a:lvl5pPr marL="2286000" lvl="4"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7" name="Google Shape;27;p3"/>
          <p:cNvSpPr txBox="1">
            <a:spLocks noGrp="1"/>
          </p:cNvSpPr>
          <p:nvPr>
            <p:ph type="body" idx="7"/>
          </p:nvPr>
        </p:nvSpPr>
        <p:spPr>
          <a:xfrm>
            <a:off x="22215064" y="5146225"/>
            <a:ext cx="10058400" cy="754045"/>
          </a:xfrm>
          <a:prstGeom prst="rect">
            <a:avLst/>
          </a:prstGeom>
          <a:noFill/>
          <a:ln>
            <a:noFill/>
          </a:ln>
        </p:spPr>
        <p:txBody>
          <a:bodyPr spcFirstLastPara="1" wrap="square" lIns="91425" tIns="91425" rIns="91425" bIns="91425" anchor="ctr" anchorCtr="0">
            <a:spAutoFit/>
          </a:bodyPr>
          <a:lstStyle>
            <a:lvl1pPr marL="457200" lvl="0" indent="-228600" algn="ctr">
              <a:lnSpc>
                <a:spcPct val="90000"/>
              </a:lnSpc>
              <a:spcBef>
                <a:spcPts val="3600"/>
              </a:spcBef>
              <a:spcAft>
                <a:spcPts val="0"/>
              </a:spcAft>
              <a:buClr>
                <a:srgbClr val="1F3864"/>
              </a:buClr>
              <a:buSzPts val="3700"/>
              <a:buNone/>
              <a:defRPr sz="3700" b="1" u="sng">
                <a:solidFill>
                  <a:srgbClr val="1F3864"/>
                </a:solidFill>
                <a:latin typeface="Calibri"/>
                <a:ea typeface="Calibri"/>
                <a:cs typeface="Calibri"/>
                <a:sym typeface="Calibri"/>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8" name="Google Shape;28;p3"/>
          <p:cNvSpPr txBox="1">
            <a:spLocks noGrp="1"/>
          </p:cNvSpPr>
          <p:nvPr>
            <p:ph type="body" idx="8"/>
          </p:nvPr>
        </p:nvSpPr>
        <p:spPr>
          <a:xfrm>
            <a:off x="32763535" y="5146225"/>
            <a:ext cx="10047018" cy="754045"/>
          </a:xfrm>
          <a:prstGeom prst="rect">
            <a:avLst/>
          </a:prstGeom>
          <a:noFill/>
          <a:ln>
            <a:noFill/>
          </a:ln>
        </p:spPr>
        <p:txBody>
          <a:bodyPr spcFirstLastPara="1" wrap="square" lIns="91425" tIns="91425" rIns="91425" bIns="91425" anchor="ctr" anchorCtr="0">
            <a:spAutoFit/>
          </a:bodyPr>
          <a:lstStyle>
            <a:lvl1pPr marL="457200" lvl="0" indent="-228600" algn="ctr">
              <a:lnSpc>
                <a:spcPct val="90000"/>
              </a:lnSpc>
              <a:spcBef>
                <a:spcPts val="3600"/>
              </a:spcBef>
              <a:spcAft>
                <a:spcPts val="0"/>
              </a:spcAft>
              <a:buClr>
                <a:srgbClr val="1F3864"/>
              </a:buClr>
              <a:buSzPts val="3700"/>
              <a:buNone/>
              <a:defRPr sz="3700" b="1" u="sng">
                <a:solidFill>
                  <a:srgbClr val="1F3864"/>
                </a:solidFill>
                <a:latin typeface="Calibri"/>
                <a:ea typeface="Calibri"/>
                <a:cs typeface="Calibri"/>
                <a:sym typeface="Calibri"/>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9" name="Google Shape;29;p3"/>
          <p:cNvSpPr txBox="1">
            <a:spLocks noGrp="1"/>
          </p:cNvSpPr>
          <p:nvPr>
            <p:ph type="body" idx="9"/>
          </p:nvPr>
        </p:nvSpPr>
        <p:spPr>
          <a:xfrm>
            <a:off x="32763535" y="5966815"/>
            <a:ext cx="10047018" cy="846363"/>
          </a:xfrm>
          <a:prstGeom prst="rect">
            <a:avLst/>
          </a:prstGeom>
          <a:noFill/>
          <a:ln>
            <a:noFill/>
          </a:ln>
        </p:spPr>
        <p:txBody>
          <a:bodyPr spcFirstLastPara="1" wrap="square" lIns="228575" tIns="228575" rIns="228575" bIns="228575" anchor="t" anchorCtr="0">
            <a:spAutoFit/>
          </a:bodyPr>
          <a:lstStyle>
            <a:lvl1pPr marL="457200" lvl="0" indent="-228600" algn="l">
              <a:lnSpc>
                <a:spcPct val="90000"/>
              </a:lnSpc>
              <a:spcBef>
                <a:spcPts val="3600"/>
              </a:spcBef>
              <a:spcAft>
                <a:spcPts val="0"/>
              </a:spcAft>
              <a:buClr>
                <a:schemeClr val="dk1"/>
              </a:buClr>
              <a:buSzPts val="2500"/>
              <a:buNone/>
              <a:defRPr sz="2500">
                <a:solidFill>
                  <a:schemeClr val="dk1"/>
                </a:solidFill>
                <a:latin typeface="Calibri"/>
                <a:ea typeface="Calibri"/>
                <a:cs typeface="Calibri"/>
                <a:sym typeface="Calibri"/>
              </a:defRPr>
            </a:lvl1pPr>
            <a:lvl2pPr marL="914400" lvl="1"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2pPr>
            <a:lvl3pPr marL="1371600" lvl="2"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3pPr>
            <a:lvl4pPr marL="1828800" lvl="3"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4pPr>
            <a:lvl5pPr marL="2286000" lvl="4"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0" name="Google Shape;30;p3"/>
          <p:cNvSpPr txBox="1">
            <a:spLocks noGrp="1"/>
          </p:cNvSpPr>
          <p:nvPr>
            <p:ph type="body" idx="13"/>
          </p:nvPr>
        </p:nvSpPr>
        <p:spPr>
          <a:xfrm>
            <a:off x="32763535" y="14265455"/>
            <a:ext cx="10047018" cy="754045"/>
          </a:xfrm>
          <a:prstGeom prst="rect">
            <a:avLst/>
          </a:prstGeom>
          <a:noFill/>
          <a:ln>
            <a:noFill/>
          </a:ln>
        </p:spPr>
        <p:txBody>
          <a:bodyPr spcFirstLastPara="1" wrap="square" lIns="91425" tIns="91425" rIns="91425" bIns="91425" anchor="ctr" anchorCtr="0">
            <a:spAutoFit/>
          </a:bodyPr>
          <a:lstStyle>
            <a:lvl1pPr marL="457200" lvl="0" indent="-228600" algn="ctr">
              <a:lnSpc>
                <a:spcPct val="90000"/>
              </a:lnSpc>
              <a:spcBef>
                <a:spcPts val="3600"/>
              </a:spcBef>
              <a:spcAft>
                <a:spcPts val="0"/>
              </a:spcAft>
              <a:buClr>
                <a:srgbClr val="1F3864"/>
              </a:buClr>
              <a:buSzPts val="3700"/>
              <a:buNone/>
              <a:defRPr sz="3700" b="1" u="sng">
                <a:solidFill>
                  <a:srgbClr val="1F3864"/>
                </a:solidFill>
                <a:latin typeface="Calibri"/>
                <a:ea typeface="Calibri"/>
                <a:cs typeface="Calibri"/>
                <a:sym typeface="Calibri"/>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1" name="Google Shape;31;p3"/>
          <p:cNvSpPr txBox="1">
            <a:spLocks noGrp="1"/>
          </p:cNvSpPr>
          <p:nvPr>
            <p:ph type="body" idx="14"/>
          </p:nvPr>
        </p:nvSpPr>
        <p:spPr>
          <a:xfrm>
            <a:off x="32761019" y="15067976"/>
            <a:ext cx="10052050" cy="846363"/>
          </a:xfrm>
          <a:prstGeom prst="rect">
            <a:avLst/>
          </a:prstGeom>
          <a:noFill/>
          <a:ln>
            <a:noFill/>
          </a:ln>
        </p:spPr>
        <p:txBody>
          <a:bodyPr spcFirstLastPara="1" wrap="square" lIns="228575" tIns="228575" rIns="228575" bIns="228575" anchor="t" anchorCtr="0">
            <a:spAutoFit/>
          </a:bodyPr>
          <a:lstStyle>
            <a:lvl1pPr marL="457200" lvl="0" indent="-228600" algn="l">
              <a:lnSpc>
                <a:spcPct val="90000"/>
              </a:lnSpc>
              <a:spcBef>
                <a:spcPts val="3600"/>
              </a:spcBef>
              <a:spcAft>
                <a:spcPts val="0"/>
              </a:spcAft>
              <a:buClr>
                <a:schemeClr val="dk1"/>
              </a:buClr>
              <a:buSzPts val="2500"/>
              <a:buNone/>
              <a:defRPr sz="2500">
                <a:solidFill>
                  <a:schemeClr val="dk1"/>
                </a:solidFill>
                <a:latin typeface="Calibri"/>
                <a:ea typeface="Calibri"/>
                <a:cs typeface="Calibri"/>
                <a:sym typeface="Calibri"/>
              </a:defRPr>
            </a:lvl1pPr>
            <a:lvl2pPr marL="914400" lvl="1"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2pPr>
            <a:lvl3pPr marL="1371600" lvl="2"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3pPr>
            <a:lvl4pPr marL="1828800" lvl="3"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4pPr>
            <a:lvl5pPr marL="2286000" lvl="4"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2" name="Google Shape;32;p3"/>
          <p:cNvSpPr txBox="1">
            <a:spLocks noGrp="1"/>
          </p:cNvSpPr>
          <p:nvPr>
            <p:ph type="body" idx="15"/>
          </p:nvPr>
        </p:nvSpPr>
        <p:spPr>
          <a:xfrm>
            <a:off x="32763535" y="25679401"/>
            <a:ext cx="10047018" cy="754045"/>
          </a:xfrm>
          <a:prstGeom prst="rect">
            <a:avLst/>
          </a:prstGeom>
          <a:noFill/>
          <a:ln>
            <a:noFill/>
          </a:ln>
        </p:spPr>
        <p:txBody>
          <a:bodyPr spcFirstLastPara="1" wrap="square" lIns="91425" tIns="91425" rIns="91425" bIns="91425" anchor="ctr" anchorCtr="0">
            <a:spAutoFit/>
          </a:bodyPr>
          <a:lstStyle>
            <a:lvl1pPr marL="457200" lvl="0" indent="-228600" algn="ctr">
              <a:lnSpc>
                <a:spcPct val="90000"/>
              </a:lnSpc>
              <a:spcBef>
                <a:spcPts val="3600"/>
              </a:spcBef>
              <a:spcAft>
                <a:spcPts val="0"/>
              </a:spcAft>
              <a:buClr>
                <a:srgbClr val="1F3864"/>
              </a:buClr>
              <a:buSzPts val="3700"/>
              <a:buNone/>
              <a:defRPr sz="3700" b="1" u="sng">
                <a:solidFill>
                  <a:srgbClr val="1F3864"/>
                </a:solidFill>
                <a:latin typeface="Calibri"/>
                <a:ea typeface="Calibri"/>
                <a:cs typeface="Calibri"/>
                <a:sym typeface="Calibri"/>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3" name="Google Shape;33;p3"/>
          <p:cNvSpPr txBox="1">
            <a:spLocks noGrp="1"/>
          </p:cNvSpPr>
          <p:nvPr>
            <p:ph type="body" idx="16"/>
          </p:nvPr>
        </p:nvSpPr>
        <p:spPr>
          <a:xfrm>
            <a:off x="32761019" y="26433446"/>
            <a:ext cx="10052050" cy="846363"/>
          </a:xfrm>
          <a:prstGeom prst="rect">
            <a:avLst/>
          </a:prstGeom>
          <a:noFill/>
          <a:ln>
            <a:noFill/>
          </a:ln>
        </p:spPr>
        <p:txBody>
          <a:bodyPr spcFirstLastPara="1" wrap="square" lIns="228575" tIns="228575" rIns="228575" bIns="228575" anchor="t" anchorCtr="0">
            <a:spAutoFit/>
          </a:bodyPr>
          <a:lstStyle>
            <a:lvl1pPr marL="457200" lvl="0" indent="-228600" algn="l">
              <a:lnSpc>
                <a:spcPct val="90000"/>
              </a:lnSpc>
              <a:spcBef>
                <a:spcPts val="3600"/>
              </a:spcBef>
              <a:spcAft>
                <a:spcPts val="0"/>
              </a:spcAft>
              <a:buClr>
                <a:schemeClr val="dk1"/>
              </a:buClr>
              <a:buSzPts val="2500"/>
              <a:buNone/>
              <a:defRPr sz="2500">
                <a:solidFill>
                  <a:schemeClr val="dk1"/>
                </a:solidFill>
                <a:latin typeface="Calibri"/>
                <a:ea typeface="Calibri"/>
                <a:cs typeface="Calibri"/>
                <a:sym typeface="Calibri"/>
              </a:defRPr>
            </a:lvl1pPr>
            <a:lvl2pPr marL="914400" lvl="1"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2pPr>
            <a:lvl3pPr marL="1371600" lvl="2"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3pPr>
            <a:lvl4pPr marL="1828800" lvl="3"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4pPr>
            <a:lvl5pPr marL="2286000" lvl="4"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4" name="Google Shape;34;p3"/>
          <p:cNvSpPr txBox="1">
            <a:spLocks noGrp="1"/>
          </p:cNvSpPr>
          <p:nvPr>
            <p:ph type="body" idx="17"/>
          </p:nvPr>
        </p:nvSpPr>
        <p:spPr>
          <a:xfrm>
            <a:off x="1083891" y="14995183"/>
            <a:ext cx="10056813" cy="846363"/>
          </a:xfrm>
          <a:prstGeom prst="rect">
            <a:avLst/>
          </a:prstGeom>
          <a:noFill/>
          <a:ln>
            <a:noFill/>
          </a:ln>
        </p:spPr>
        <p:txBody>
          <a:bodyPr spcFirstLastPara="1" wrap="square" lIns="228575" tIns="228575" rIns="228575" bIns="228575" anchor="t" anchorCtr="0">
            <a:spAutoFit/>
          </a:bodyPr>
          <a:lstStyle>
            <a:lvl1pPr marL="457200" lvl="0" indent="-228600" algn="l">
              <a:lnSpc>
                <a:spcPct val="90000"/>
              </a:lnSpc>
              <a:spcBef>
                <a:spcPts val="3600"/>
              </a:spcBef>
              <a:spcAft>
                <a:spcPts val="0"/>
              </a:spcAft>
              <a:buClr>
                <a:schemeClr val="dk1"/>
              </a:buClr>
              <a:buSzPts val="2500"/>
              <a:buNone/>
              <a:defRPr sz="2500">
                <a:solidFill>
                  <a:schemeClr val="dk1"/>
                </a:solidFill>
                <a:latin typeface="Calibri"/>
                <a:ea typeface="Calibri"/>
                <a:cs typeface="Calibri"/>
                <a:sym typeface="Calibri"/>
              </a:defRPr>
            </a:lvl1pPr>
            <a:lvl2pPr marL="914400" lvl="1"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2pPr>
            <a:lvl3pPr marL="1371600" lvl="2"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3pPr>
            <a:lvl4pPr marL="1828800" lvl="3"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4pPr>
            <a:lvl5pPr marL="2286000" lvl="4" indent="-387350" algn="l">
              <a:lnSpc>
                <a:spcPct val="90000"/>
              </a:lnSpc>
              <a:spcBef>
                <a:spcPts val="1800"/>
              </a:spcBef>
              <a:spcAft>
                <a:spcPts val="0"/>
              </a:spcAft>
              <a:buClr>
                <a:schemeClr val="dk1"/>
              </a:buClr>
              <a:buSzPts val="2500"/>
              <a:buChar char="•"/>
              <a:defRPr sz="2500">
                <a:latin typeface="Trebuchet MS"/>
                <a:ea typeface="Trebuchet MS"/>
                <a:cs typeface="Trebuchet MS"/>
                <a:sym typeface="Trebuchet MS"/>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5" name="Google Shape;35;p3"/>
          <p:cNvSpPr txBox="1">
            <a:spLocks noGrp="1"/>
          </p:cNvSpPr>
          <p:nvPr>
            <p:ph type="body" idx="18"/>
          </p:nvPr>
        </p:nvSpPr>
        <p:spPr>
          <a:xfrm>
            <a:off x="5932593" y="2947817"/>
            <a:ext cx="31998968" cy="1280160"/>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3600"/>
              </a:spcBef>
              <a:spcAft>
                <a:spcPts val="0"/>
              </a:spcAft>
              <a:buClr>
                <a:schemeClr val="lt1"/>
              </a:buClr>
              <a:buSzPts val="4400"/>
              <a:buFont typeface="Calibri"/>
              <a:buNone/>
              <a:defRPr sz="4400">
                <a:solidFill>
                  <a:schemeClr val="lt1"/>
                </a:solidFill>
                <a:latin typeface="Calibri"/>
                <a:ea typeface="Calibri"/>
                <a:cs typeface="Calibri"/>
                <a:sym typeface="Calibri"/>
              </a:defRPr>
            </a:lvl1pPr>
            <a:lvl2pPr marL="914400" lvl="1" indent="-228600" algn="l">
              <a:lnSpc>
                <a:spcPct val="90000"/>
              </a:lnSpc>
              <a:spcBef>
                <a:spcPts val="1800"/>
              </a:spcBef>
              <a:spcAft>
                <a:spcPts val="0"/>
              </a:spcAft>
              <a:buClr>
                <a:schemeClr val="dk1"/>
              </a:buClr>
              <a:buSzPts val="7200"/>
              <a:buFont typeface="Calibri"/>
              <a:buNone/>
              <a:defRPr sz="7200"/>
            </a:lvl2pPr>
            <a:lvl3pPr marL="1371600" lvl="2" indent="-228600" algn="l">
              <a:lnSpc>
                <a:spcPct val="90000"/>
              </a:lnSpc>
              <a:spcBef>
                <a:spcPts val="1800"/>
              </a:spcBef>
              <a:spcAft>
                <a:spcPts val="0"/>
              </a:spcAft>
              <a:buClr>
                <a:schemeClr val="dk1"/>
              </a:buClr>
              <a:buSzPts val="7200"/>
              <a:buFont typeface="Calibri"/>
              <a:buNone/>
              <a:defRPr sz="7200"/>
            </a:lvl3pPr>
            <a:lvl4pPr marL="1828800" lvl="3" indent="-228600" algn="l">
              <a:lnSpc>
                <a:spcPct val="90000"/>
              </a:lnSpc>
              <a:spcBef>
                <a:spcPts val="1800"/>
              </a:spcBef>
              <a:spcAft>
                <a:spcPts val="0"/>
              </a:spcAft>
              <a:buClr>
                <a:schemeClr val="dk1"/>
              </a:buClr>
              <a:buSzPts val="7200"/>
              <a:buFont typeface="Calibri"/>
              <a:buNone/>
              <a:defRPr sz="7200"/>
            </a:lvl4pPr>
            <a:lvl5pPr marL="2286000" lvl="4" indent="-228600" algn="l">
              <a:lnSpc>
                <a:spcPct val="90000"/>
              </a:lnSpc>
              <a:spcBef>
                <a:spcPts val="1800"/>
              </a:spcBef>
              <a:spcAft>
                <a:spcPts val="0"/>
              </a:spcAft>
              <a:buClr>
                <a:schemeClr val="dk1"/>
              </a:buClr>
              <a:buSzPts val="7200"/>
              <a:buFont typeface="Calibri"/>
              <a:buNone/>
              <a:defRPr sz="7200"/>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6" name="Google Shape;36;p3"/>
          <p:cNvSpPr txBox="1">
            <a:spLocks noGrp="1"/>
          </p:cNvSpPr>
          <p:nvPr>
            <p:ph type="body" idx="19"/>
          </p:nvPr>
        </p:nvSpPr>
        <p:spPr>
          <a:xfrm>
            <a:off x="5932593" y="1628358"/>
            <a:ext cx="31998968" cy="1280160"/>
          </a:xfrm>
          <a:prstGeom prst="rect">
            <a:avLst/>
          </a:prstGeom>
          <a:noFill/>
          <a:ln>
            <a:noFill/>
          </a:ln>
        </p:spPr>
        <p:txBody>
          <a:bodyPr spcFirstLastPara="1" wrap="square" lIns="91425" tIns="45700" rIns="91425" bIns="45700" anchor="t" anchorCtr="1">
            <a:normAutofit/>
          </a:bodyPr>
          <a:lstStyle>
            <a:lvl1pPr marL="457200" lvl="0" indent="-228600" algn="ctr">
              <a:lnSpc>
                <a:spcPct val="90000"/>
              </a:lnSpc>
              <a:spcBef>
                <a:spcPts val="3600"/>
              </a:spcBef>
              <a:spcAft>
                <a:spcPts val="0"/>
              </a:spcAft>
              <a:buClr>
                <a:schemeClr val="lt1"/>
              </a:buClr>
              <a:buSzPts val="6600"/>
              <a:buFont typeface="Calibri"/>
              <a:buNone/>
              <a:defRPr sz="6600">
                <a:solidFill>
                  <a:schemeClr val="lt1"/>
                </a:solidFill>
                <a:latin typeface="Calibri"/>
                <a:ea typeface="Calibri"/>
                <a:cs typeface="Calibri"/>
                <a:sym typeface="Calibri"/>
              </a:defRPr>
            </a:lvl1pPr>
            <a:lvl2pPr marL="914400" lvl="1" indent="-228600" algn="l">
              <a:lnSpc>
                <a:spcPct val="90000"/>
              </a:lnSpc>
              <a:spcBef>
                <a:spcPts val="1800"/>
              </a:spcBef>
              <a:spcAft>
                <a:spcPts val="0"/>
              </a:spcAft>
              <a:buClr>
                <a:schemeClr val="dk1"/>
              </a:buClr>
              <a:buSzPts val="7200"/>
              <a:buFont typeface="Calibri"/>
              <a:buNone/>
              <a:defRPr sz="7200"/>
            </a:lvl2pPr>
            <a:lvl3pPr marL="1371600" lvl="2" indent="-228600" algn="l">
              <a:lnSpc>
                <a:spcPct val="90000"/>
              </a:lnSpc>
              <a:spcBef>
                <a:spcPts val="1800"/>
              </a:spcBef>
              <a:spcAft>
                <a:spcPts val="0"/>
              </a:spcAft>
              <a:buClr>
                <a:schemeClr val="dk1"/>
              </a:buClr>
              <a:buSzPts val="7200"/>
              <a:buFont typeface="Calibri"/>
              <a:buNone/>
              <a:defRPr sz="7200"/>
            </a:lvl3pPr>
            <a:lvl4pPr marL="1828800" lvl="3" indent="-228600" algn="l">
              <a:lnSpc>
                <a:spcPct val="90000"/>
              </a:lnSpc>
              <a:spcBef>
                <a:spcPts val="1800"/>
              </a:spcBef>
              <a:spcAft>
                <a:spcPts val="0"/>
              </a:spcAft>
              <a:buClr>
                <a:schemeClr val="dk1"/>
              </a:buClr>
              <a:buSzPts val="7200"/>
              <a:buFont typeface="Calibri"/>
              <a:buNone/>
              <a:defRPr sz="7200"/>
            </a:lvl4pPr>
            <a:lvl5pPr marL="2286000" lvl="4" indent="-228600" algn="l">
              <a:lnSpc>
                <a:spcPct val="90000"/>
              </a:lnSpc>
              <a:spcBef>
                <a:spcPts val="1800"/>
              </a:spcBef>
              <a:spcAft>
                <a:spcPts val="0"/>
              </a:spcAft>
              <a:buClr>
                <a:schemeClr val="dk1"/>
              </a:buClr>
              <a:buSzPts val="7200"/>
              <a:buFont typeface="Calibri"/>
              <a:buNone/>
              <a:defRPr sz="7200"/>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7" name="Google Shape;37;p3"/>
          <p:cNvSpPr txBox="1">
            <a:spLocks noGrp="1"/>
          </p:cNvSpPr>
          <p:nvPr>
            <p:ph type="body" idx="20"/>
          </p:nvPr>
        </p:nvSpPr>
        <p:spPr>
          <a:xfrm>
            <a:off x="5932593" y="209782"/>
            <a:ext cx="31998968" cy="1359394"/>
          </a:xfrm>
          <a:prstGeom prst="rect">
            <a:avLst/>
          </a:prstGeom>
          <a:noFill/>
          <a:ln>
            <a:noFill/>
          </a:ln>
        </p:spPr>
        <p:txBody>
          <a:bodyPr spcFirstLastPara="1" wrap="square" lIns="91425" tIns="45700" rIns="91425" bIns="45700" anchor="t" anchorCtr="1">
            <a:normAutofit/>
          </a:bodyPr>
          <a:lstStyle>
            <a:lvl1pPr marL="457200" lvl="0" indent="-228600" algn="ctr">
              <a:lnSpc>
                <a:spcPct val="90000"/>
              </a:lnSpc>
              <a:spcBef>
                <a:spcPts val="3600"/>
              </a:spcBef>
              <a:spcAft>
                <a:spcPts val="0"/>
              </a:spcAft>
              <a:buClr>
                <a:schemeClr val="lt1"/>
              </a:buClr>
              <a:buSzPts val="8000"/>
              <a:buFont typeface="Calibri"/>
              <a:buNone/>
              <a:defRPr sz="8000" b="1">
                <a:solidFill>
                  <a:schemeClr val="lt1"/>
                </a:solidFill>
                <a:latin typeface="Calibri"/>
                <a:ea typeface="Calibri"/>
                <a:cs typeface="Calibri"/>
                <a:sym typeface="Calibri"/>
              </a:defRPr>
            </a:lvl1pPr>
            <a:lvl2pPr marL="914400" lvl="1" indent="-228600" algn="l">
              <a:lnSpc>
                <a:spcPct val="90000"/>
              </a:lnSpc>
              <a:spcBef>
                <a:spcPts val="1800"/>
              </a:spcBef>
              <a:spcAft>
                <a:spcPts val="0"/>
              </a:spcAft>
              <a:buClr>
                <a:schemeClr val="dk1"/>
              </a:buClr>
              <a:buSzPts val="7200"/>
              <a:buFont typeface="Calibri"/>
              <a:buNone/>
              <a:defRPr sz="7200"/>
            </a:lvl2pPr>
            <a:lvl3pPr marL="1371600" lvl="2" indent="-228600" algn="l">
              <a:lnSpc>
                <a:spcPct val="90000"/>
              </a:lnSpc>
              <a:spcBef>
                <a:spcPts val="1800"/>
              </a:spcBef>
              <a:spcAft>
                <a:spcPts val="0"/>
              </a:spcAft>
              <a:buClr>
                <a:schemeClr val="dk1"/>
              </a:buClr>
              <a:buSzPts val="7200"/>
              <a:buFont typeface="Calibri"/>
              <a:buNone/>
              <a:defRPr sz="7200"/>
            </a:lvl3pPr>
            <a:lvl4pPr marL="1828800" lvl="3" indent="-228600" algn="l">
              <a:lnSpc>
                <a:spcPct val="90000"/>
              </a:lnSpc>
              <a:spcBef>
                <a:spcPts val="1800"/>
              </a:spcBef>
              <a:spcAft>
                <a:spcPts val="0"/>
              </a:spcAft>
              <a:buClr>
                <a:schemeClr val="dk1"/>
              </a:buClr>
              <a:buSzPts val="7200"/>
              <a:buFont typeface="Calibri"/>
              <a:buNone/>
              <a:defRPr sz="7200"/>
            </a:lvl4pPr>
            <a:lvl5pPr marL="2286000" lvl="4" indent="-228600" algn="l">
              <a:lnSpc>
                <a:spcPct val="90000"/>
              </a:lnSpc>
              <a:spcBef>
                <a:spcPts val="1800"/>
              </a:spcBef>
              <a:spcAft>
                <a:spcPts val="0"/>
              </a:spcAft>
              <a:buClr>
                <a:schemeClr val="dk1"/>
              </a:buClr>
              <a:buSzPts val="7200"/>
              <a:buFont typeface="Calibri"/>
              <a:buNone/>
              <a:defRPr sz="7200"/>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3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8"/>
        <p:cNvGrpSpPr/>
        <p:nvPr/>
      </p:nvGrpSpPr>
      <p:grpSpPr>
        <a:xfrm>
          <a:off x="0" y="0"/>
          <a:ext cx="0" cy="0"/>
          <a:chOff x="0" y="0"/>
          <a:chExt cx="0" cy="0"/>
        </a:xfrm>
      </p:grpSpPr>
      <p:sp>
        <p:nvSpPr>
          <p:cNvPr id="39" name="Google Shape;39;p4"/>
          <p:cNvSpPr txBox="1">
            <a:spLocks noGrp="1"/>
          </p:cNvSpPr>
          <p:nvPr>
            <p:ph type="ctrTitle"/>
          </p:nvPr>
        </p:nvSpPr>
        <p:spPr>
          <a:xfrm>
            <a:off x="5486400" y="5387342"/>
            <a:ext cx="3291840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1600"/>
              <a:buFont typeface="Calibri"/>
              <a:buNone/>
              <a:defRPr sz="2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
          <p:cNvSpPr txBox="1">
            <a:spLocks noGrp="1"/>
          </p:cNvSpPr>
          <p:nvPr>
            <p:ph type="subTitle" idx="1"/>
          </p:nvPr>
        </p:nvSpPr>
        <p:spPr>
          <a:xfrm>
            <a:off x="5486400" y="17289782"/>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600"/>
              </a:spcBef>
              <a:spcAft>
                <a:spcPts val="0"/>
              </a:spcAft>
              <a:buClr>
                <a:schemeClr val="dk1"/>
              </a:buClr>
              <a:buSzPts val="8640"/>
              <a:buNone/>
              <a:defRPr sz="8640"/>
            </a:lvl1pPr>
            <a:lvl2pPr lvl="1" algn="ctr">
              <a:lnSpc>
                <a:spcPct val="90000"/>
              </a:lnSpc>
              <a:spcBef>
                <a:spcPts val="1800"/>
              </a:spcBef>
              <a:spcAft>
                <a:spcPts val="0"/>
              </a:spcAft>
              <a:buClr>
                <a:schemeClr val="dk1"/>
              </a:buClr>
              <a:buSzPts val="7200"/>
              <a:buNone/>
              <a:defRPr sz="7200"/>
            </a:lvl2pPr>
            <a:lvl3pPr lvl="2" algn="ctr">
              <a:lnSpc>
                <a:spcPct val="90000"/>
              </a:lnSpc>
              <a:spcBef>
                <a:spcPts val="1800"/>
              </a:spcBef>
              <a:spcAft>
                <a:spcPts val="0"/>
              </a:spcAft>
              <a:buClr>
                <a:schemeClr val="dk1"/>
              </a:buClr>
              <a:buSzPts val="6480"/>
              <a:buNone/>
              <a:defRPr sz="6480"/>
            </a:lvl3pPr>
            <a:lvl4pPr lvl="3" algn="ctr">
              <a:lnSpc>
                <a:spcPct val="90000"/>
              </a:lnSpc>
              <a:spcBef>
                <a:spcPts val="1800"/>
              </a:spcBef>
              <a:spcAft>
                <a:spcPts val="0"/>
              </a:spcAft>
              <a:buClr>
                <a:schemeClr val="dk1"/>
              </a:buClr>
              <a:buSzPts val="5760"/>
              <a:buNone/>
              <a:defRPr sz="5760"/>
            </a:lvl4pPr>
            <a:lvl5pPr lvl="4" algn="ctr">
              <a:lnSpc>
                <a:spcPct val="90000"/>
              </a:lnSpc>
              <a:spcBef>
                <a:spcPts val="1800"/>
              </a:spcBef>
              <a:spcAft>
                <a:spcPts val="0"/>
              </a:spcAft>
              <a:buClr>
                <a:schemeClr val="dk1"/>
              </a:buClr>
              <a:buSzPts val="5760"/>
              <a:buNone/>
              <a:defRPr sz="5760"/>
            </a:lvl5pPr>
            <a:lvl6pPr lvl="5" algn="ctr">
              <a:lnSpc>
                <a:spcPct val="90000"/>
              </a:lnSpc>
              <a:spcBef>
                <a:spcPts val="1800"/>
              </a:spcBef>
              <a:spcAft>
                <a:spcPts val="0"/>
              </a:spcAft>
              <a:buClr>
                <a:schemeClr val="dk1"/>
              </a:buClr>
              <a:buSzPts val="5760"/>
              <a:buNone/>
              <a:defRPr sz="5760"/>
            </a:lvl6pPr>
            <a:lvl7pPr lvl="6" algn="ctr">
              <a:lnSpc>
                <a:spcPct val="90000"/>
              </a:lnSpc>
              <a:spcBef>
                <a:spcPts val="1800"/>
              </a:spcBef>
              <a:spcAft>
                <a:spcPts val="0"/>
              </a:spcAft>
              <a:buClr>
                <a:schemeClr val="dk1"/>
              </a:buClr>
              <a:buSzPts val="5760"/>
              <a:buNone/>
              <a:defRPr sz="5760"/>
            </a:lvl7pPr>
            <a:lvl8pPr lvl="7" algn="ctr">
              <a:lnSpc>
                <a:spcPct val="90000"/>
              </a:lnSpc>
              <a:spcBef>
                <a:spcPts val="1800"/>
              </a:spcBef>
              <a:spcAft>
                <a:spcPts val="0"/>
              </a:spcAft>
              <a:buClr>
                <a:schemeClr val="dk1"/>
              </a:buClr>
              <a:buSzPts val="5760"/>
              <a:buNone/>
              <a:defRPr sz="5760"/>
            </a:lvl8pPr>
            <a:lvl9pPr lvl="8" algn="ctr">
              <a:lnSpc>
                <a:spcPct val="90000"/>
              </a:lnSpc>
              <a:spcBef>
                <a:spcPts val="1800"/>
              </a:spcBef>
              <a:spcAft>
                <a:spcPts val="0"/>
              </a:spcAft>
              <a:buClr>
                <a:schemeClr val="dk1"/>
              </a:buClr>
              <a:buSzPts val="5760"/>
              <a:buNone/>
              <a:defRPr sz="5760"/>
            </a:lvl9pPr>
          </a:lstStyle>
          <a:p>
            <a:endParaRPr/>
          </a:p>
        </p:txBody>
      </p:sp>
      <p:sp>
        <p:nvSpPr>
          <p:cNvPr id="41" name="Google Shape;41;p4"/>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4"/>
        <p:cNvGrpSpPr/>
        <p:nvPr/>
      </p:nvGrpSpPr>
      <p:grpSpPr>
        <a:xfrm>
          <a:off x="0" y="0"/>
          <a:ext cx="0" cy="0"/>
          <a:chOff x="0" y="0"/>
          <a:chExt cx="0" cy="0"/>
        </a:xfrm>
      </p:grpSpPr>
      <p:sp>
        <p:nvSpPr>
          <p:cNvPr id="45" name="Google Shape;45;p5"/>
          <p:cNvSpPr txBox="1">
            <a:spLocks noGrp="1"/>
          </p:cNvSpPr>
          <p:nvPr>
            <p:ph type="title"/>
          </p:nvPr>
        </p:nvSpPr>
        <p:spPr>
          <a:xfrm>
            <a:off x="3017520" y="1752603"/>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47" name="Google Shape;47;p5"/>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2994660" y="8206745"/>
            <a:ext cx="37856160"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0"/>
              <a:buFont typeface="Calibri"/>
              <a:buNone/>
              <a:defRPr sz="2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6"/>
          <p:cNvSpPr txBox="1">
            <a:spLocks noGrp="1"/>
          </p:cNvSpPr>
          <p:nvPr>
            <p:ph type="body" idx="1"/>
          </p:nvPr>
        </p:nvSpPr>
        <p:spPr>
          <a:xfrm>
            <a:off x="2994660" y="22029425"/>
            <a:ext cx="37856160"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rgbClr val="888888"/>
              </a:buClr>
              <a:buSzPts val="8640"/>
              <a:buNone/>
              <a:defRPr sz="8640">
                <a:solidFill>
                  <a:srgbClr val="888888"/>
                </a:solidFill>
              </a:defRPr>
            </a:lvl1pPr>
            <a:lvl2pPr marL="914400" lvl="1" indent="-228600" algn="l">
              <a:lnSpc>
                <a:spcPct val="90000"/>
              </a:lnSpc>
              <a:spcBef>
                <a:spcPts val="1800"/>
              </a:spcBef>
              <a:spcAft>
                <a:spcPts val="0"/>
              </a:spcAft>
              <a:buClr>
                <a:srgbClr val="888888"/>
              </a:buClr>
              <a:buSzPts val="7200"/>
              <a:buNone/>
              <a:defRPr sz="7200">
                <a:solidFill>
                  <a:srgbClr val="888888"/>
                </a:solidFill>
              </a:defRPr>
            </a:lvl2pPr>
            <a:lvl3pPr marL="1371600" lvl="2" indent="-228600" algn="l">
              <a:lnSpc>
                <a:spcPct val="90000"/>
              </a:lnSpc>
              <a:spcBef>
                <a:spcPts val="1800"/>
              </a:spcBef>
              <a:spcAft>
                <a:spcPts val="0"/>
              </a:spcAft>
              <a:buClr>
                <a:srgbClr val="888888"/>
              </a:buClr>
              <a:buSzPts val="6480"/>
              <a:buNone/>
              <a:defRPr sz="6480">
                <a:solidFill>
                  <a:srgbClr val="888888"/>
                </a:solidFill>
              </a:defRPr>
            </a:lvl3pPr>
            <a:lvl4pPr marL="1828800" lvl="3" indent="-228600" algn="l">
              <a:lnSpc>
                <a:spcPct val="90000"/>
              </a:lnSpc>
              <a:spcBef>
                <a:spcPts val="1800"/>
              </a:spcBef>
              <a:spcAft>
                <a:spcPts val="0"/>
              </a:spcAft>
              <a:buClr>
                <a:srgbClr val="888888"/>
              </a:buClr>
              <a:buSzPts val="5760"/>
              <a:buNone/>
              <a:defRPr sz="5760">
                <a:solidFill>
                  <a:srgbClr val="888888"/>
                </a:solidFill>
              </a:defRPr>
            </a:lvl4pPr>
            <a:lvl5pPr marL="2286000" lvl="4" indent="-228600" algn="l">
              <a:lnSpc>
                <a:spcPct val="90000"/>
              </a:lnSpc>
              <a:spcBef>
                <a:spcPts val="1800"/>
              </a:spcBef>
              <a:spcAft>
                <a:spcPts val="0"/>
              </a:spcAft>
              <a:buClr>
                <a:srgbClr val="888888"/>
              </a:buClr>
              <a:buSzPts val="5760"/>
              <a:buNone/>
              <a:defRPr sz="5760">
                <a:solidFill>
                  <a:srgbClr val="888888"/>
                </a:solidFill>
              </a:defRPr>
            </a:lvl5pPr>
            <a:lvl6pPr marL="2743200" lvl="5" indent="-228600" algn="l">
              <a:lnSpc>
                <a:spcPct val="90000"/>
              </a:lnSpc>
              <a:spcBef>
                <a:spcPts val="1800"/>
              </a:spcBef>
              <a:spcAft>
                <a:spcPts val="0"/>
              </a:spcAft>
              <a:buClr>
                <a:srgbClr val="888888"/>
              </a:buClr>
              <a:buSzPts val="5760"/>
              <a:buNone/>
              <a:defRPr sz="5760">
                <a:solidFill>
                  <a:srgbClr val="888888"/>
                </a:solidFill>
              </a:defRPr>
            </a:lvl6pPr>
            <a:lvl7pPr marL="3200400" lvl="6" indent="-228600" algn="l">
              <a:lnSpc>
                <a:spcPct val="90000"/>
              </a:lnSpc>
              <a:spcBef>
                <a:spcPts val="1800"/>
              </a:spcBef>
              <a:spcAft>
                <a:spcPts val="0"/>
              </a:spcAft>
              <a:buClr>
                <a:srgbClr val="888888"/>
              </a:buClr>
              <a:buSzPts val="5760"/>
              <a:buNone/>
              <a:defRPr sz="5760">
                <a:solidFill>
                  <a:srgbClr val="888888"/>
                </a:solidFill>
              </a:defRPr>
            </a:lvl7pPr>
            <a:lvl8pPr marL="3657600" lvl="7" indent="-228600" algn="l">
              <a:lnSpc>
                <a:spcPct val="90000"/>
              </a:lnSpc>
              <a:spcBef>
                <a:spcPts val="1800"/>
              </a:spcBef>
              <a:spcAft>
                <a:spcPts val="0"/>
              </a:spcAft>
              <a:buClr>
                <a:srgbClr val="888888"/>
              </a:buClr>
              <a:buSzPts val="5760"/>
              <a:buNone/>
              <a:defRPr sz="5760">
                <a:solidFill>
                  <a:srgbClr val="888888"/>
                </a:solidFill>
              </a:defRPr>
            </a:lvl8pPr>
            <a:lvl9pPr marL="4114800" lvl="8" indent="-228600" algn="l">
              <a:lnSpc>
                <a:spcPct val="90000"/>
              </a:lnSpc>
              <a:spcBef>
                <a:spcPts val="1800"/>
              </a:spcBef>
              <a:spcAft>
                <a:spcPts val="0"/>
              </a:spcAft>
              <a:buClr>
                <a:srgbClr val="888888"/>
              </a:buClr>
              <a:buSzPts val="5760"/>
              <a:buNone/>
              <a:defRPr sz="5760">
                <a:solidFill>
                  <a:srgbClr val="888888"/>
                </a:solidFill>
              </a:defRPr>
            </a:lvl9pPr>
          </a:lstStyle>
          <a:p>
            <a:endParaRPr/>
          </a:p>
        </p:txBody>
      </p:sp>
      <p:sp>
        <p:nvSpPr>
          <p:cNvPr id="53" name="Google Shape;53;p6"/>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3017520" y="1752603"/>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7"/>
          <p:cNvSpPr txBox="1">
            <a:spLocks noGrp="1"/>
          </p:cNvSpPr>
          <p:nvPr>
            <p:ph type="body" idx="1"/>
          </p:nvPr>
        </p:nvSpPr>
        <p:spPr>
          <a:xfrm>
            <a:off x="30175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59" name="Google Shape;59;p7"/>
          <p:cNvSpPr txBox="1">
            <a:spLocks noGrp="1"/>
          </p:cNvSpPr>
          <p:nvPr>
            <p:ph type="body" idx="2"/>
          </p:nvPr>
        </p:nvSpPr>
        <p:spPr>
          <a:xfrm>
            <a:off x="222199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60" name="Google Shape;60;p7"/>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8"/>
          <p:cNvSpPr txBox="1">
            <a:spLocks noGrp="1"/>
          </p:cNvSpPr>
          <p:nvPr>
            <p:ph type="title"/>
          </p:nvPr>
        </p:nvSpPr>
        <p:spPr>
          <a:xfrm>
            <a:off x="3023237" y="1752603"/>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8"/>
          <p:cNvSpPr txBox="1">
            <a:spLocks noGrp="1"/>
          </p:cNvSpPr>
          <p:nvPr>
            <p:ph type="body" idx="1"/>
          </p:nvPr>
        </p:nvSpPr>
        <p:spPr>
          <a:xfrm>
            <a:off x="3023239" y="8069582"/>
            <a:ext cx="18568033"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600"/>
              </a:spcBef>
              <a:spcAft>
                <a:spcPts val="0"/>
              </a:spcAft>
              <a:buClr>
                <a:schemeClr val="dk1"/>
              </a:buClr>
              <a:buSzPts val="8640"/>
              <a:buNone/>
              <a:defRPr sz="8640" b="1"/>
            </a:lvl1pPr>
            <a:lvl2pPr marL="914400" lvl="1" indent="-228600" algn="l">
              <a:lnSpc>
                <a:spcPct val="90000"/>
              </a:lnSpc>
              <a:spcBef>
                <a:spcPts val="1800"/>
              </a:spcBef>
              <a:spcAft>
                <a:spcPts val="0"/>
              </a:spcAft>
              <a:buClr>
                <a:schemeClr val="dk1"/>
              </a:buClr>
              <a:buSzPts val="7200"/>
              <a:buNone/>
              <a:defRPr sz="7200" b="1"/>
            </a:lvl2pPr>
            <a:lvl3pPr marL="1371600" lvl="2" indent="-228600" algn="l">
              <a:lnSpc>
                <a:spcPct val="90000"/>
              </a:lnSpc>
              <a:spcBef>
                <a:spcPts val="1800"/>
              </a:spcBef>
              <a:spcAft>
                <a:spcPts val="0"/>
              </a:spcAft>
              <a:buClr>
                <a:schemeClr val="dk1"/>
              </a:buClr>
              <a:buSzPts val="6480"/>
              <a:buNone/>
              <a:defRPr sz="6480" b="1"/>
            </a:lvl3pPr>
            <a:lvl4pPr marL="1828800" lvl="3" indent="-228600" algn="l">
              <a:lnSpc>
                <a:spcPct val="90000"/>
              </a:lnSpc>
              <a:spcBef>
                <a:spcPts val="1800"/>
              </a:spcBef>
              <a:spcAft>
                <a:spcPts val="0"/>
              </a:spcAft>
              <a:buClr>
                <a:schemeClr val="dk1"/>
              </a:buClr>
              <a:buSzPts val="5760"/>
              <a:buNone/>
              <a:defRPr sz="5760" b="1"/>
            </a:lvl4pPr>
            <a:lvl5pPr marL="2286000" lvl="4" indent="-228600" algn="l">
              <a:lnSpc>
                <a:spcPct val="90000"/>
              </a:lnSpc>
              <a:spcBef>
                <a:spcPts val="1800"/>
              </a:spcBef>
              <a:spcAft>
                <a:spcPts val="0"/>
              </a:spcAft>
              <a:buClr>
                <a:schemeClr val="dk1"/>
              </a:buClr>
              <a:buSzPts val="5760"/>
              <a:buNone/>
              <a:defRPr sz="5760" b="1"/>
            </a:lvl5pPr>
            <a:lvl6pPr marL="2743200" lvl="5" indent="-228600" algn="l">
              <a:lnSpc>
                <a:spcPct val="90000"/>
              </a:lnSpc>
              <a:spcBef>
                <a:spcPts val="1800"/>
              </a:spcBef>
              <a:spcAft>
                <a:spcPts val="0"/>
              </a:spcAft>
              <a:buClr>
                <a:schemeClr val="dk1"/>
              </a:buClr>
              <a:buSzPts val="5760"/>
              <a:buNone/>
              <a:defRPr sz="5760" b="1"/>
            </a:lvl6pPr>
            <a:lvl7pPr marL="3200400" lvl="6" indent="-228600" algn="l">
              <a:lnSpc>
                <a:spcPct val="90000"/>
              </a:lnSpc>
              <a:spcBef>
                <a:spcPts val="1800"/>
              </a:spcBef>
              <a:spcAft>
                <a:spcPts val="0"/>
              </a:spcAft>
              <a:buClr>
                <a:schemeClr val="dk1"/>
              </a:buClr>
              <a:buSzPts val="5760"/>
              <a:buNone/>
              <a:defRPr sz="5760" b="1"/>
            </a:lvl7pPr>
            <a:lvl8pPr marL="3657600" lvl="7" indent="-228600" algn="l">
              <a:lnSpc>
                <a:spcPct val="90000"/>
              </a:lnSpc>
              <a:spcBef>
                <a:spcPts val="1800"/>
              </a:spcBef>
              <a:spcAft>
                <a:spcPts val="0"/>
              </a:spcAft>
              <a:buClr>
                <a:schemeClr val="dk1"/>
              </a:buClr>
              <a:buSzPts val="5760"/>
              <a:buNone/>
              <a:defRPr sz="5760" b="1"/>
            </a:lvl8pPr>
            <a:lvl9pPr marL="4114800" lvl="8" indent="-228600" algn="l">
              <a:lnSpc>
                <a:spcPct val="90000"/>
              </a:lnSpc>
              <a:spcBef>
                <a:spcPts val="1800"/>
              </a:spcBef>
              <a:spcAft>
                <a:spcPts val="0"/>
              </a:spcAft>
              <a:buClr>
                <a:schemeClr val="dk1"/>
              </a:buClr>
              <a:buSzPts val="5760"/>
              <a:buNone/>
              <a:defRPr sz="5760" b="1"/>
            </a:lvl9pPr>
          </a:lstStyle>
          <a:p>
            <a:endParaRPr/>
          </a:p>
        </p:txBody>
      </p:sp>
      <p:sp>
        <p:nvSpPr>
          <p:cNvPr id="66" name="Google Shape;66;p8"/>
          <p:cNvSpPr txBox="1">
            <a:spLocks noGrp="1"/>
          </p:cNvSpPr>
          <p:nvPr>
            <p:ph type="body" idx="2"/>
          </p:nvPr>
        </p:nvSpPr>
        <p:spPr>
          <a:xfrm>
            <a:off x="3023239" y="12024360"/>
            <a:ext cx="18568033"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67" name="Google Shape;67;p8"/>
          <p:cNvSpPr txBox="1">
            <a:spLocks noGrp="1"/>
          </p:cNvSpPr>
          <p:nvPr>
            <p:ph type="body" idx="3"/>
          </p:nvPr>
        </p:nvSpPr>
        <p:spPr>
          <a:xfrm>
            <a:off x="22219920" y="8069582"/>
            <a:ext cx="18659477"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600"/>
              </a:spcBef>
              <a:spcAft>
                <a:spcPts val="0"/>
              </a:spcAft>
              <a:buClr>
                <a:schemeClr val="dk1"/>
              </a:buClr>
              <a:buSzPts val="8640"/>
              <a:buNone/>
              <a:defRPr sz="8640" b="1"/>
            </a:lvl1pPr>
            <a:lvl2pPr marL="914400" lvl="1" indent="-228600" algn="l">
              <a:lnSpc>
                <a:spcPct val="90000"/>
              </a:lnSpc>
              <a:spcBef>
                <a:spcPts val="1800"/>
              </a:spcBef>
              <a:spcAft>
                <a:spcPts val="0"/>
              </a:spcAft>
              <a:buClr>
                <a:schemeClr val="dk1"/>
              </a:buClr>
              <a:buSzPts val="7200"/>
              <a:buNone/>
              <a:defRPr sz="7200" b="1"/>
            </a:lvl2pPr>
            <a:lvl3pPr marL="1371600" lvl="2" indent="-228600" algn="l">
              <a:lnSpc>
                <a:spcPct val="90000"/>
              </a:lnSpc>
              <a:spcBef>
                <a:spcPts val="1800"/>
              </a:spcBef>
              <a:spcAft>
                <a:spcPts val="0"/>
              </a:spcAft>
              <a:buClr>
                <a:schemeClr val="dk1"/>
              </a:buClr>
              <a:buSzPts val="6480"/>
              <a:buNone/>
              <a:defRPr sz="6480" b="1"/>
            </a:lvl3pPr>
            <a:lvl4pPr marL="1828800" lvl="3" indent="-228600" algn="l">
              <a:lnSpc>
                <a:spcPct val="90000"/>
              </a:lnSpc>
              <a:spcBef>
                <a:spcPts val="1800"/>
              </a:spcBef>
              <a:spcAft>
                <a:spcPts val="0"/>
              </a:spcAft>
              <a:buClr>
                <a:schemeClr val="dk1"/>
              </a:buClr>
              <a:buSzPts val="5760"/>
              <a:buNone/>
              <a:defRPr sz="5760" b="1"/>
            </a:lvl4pPr>
            <a:lvl5pPr marL="2286000" lvl="4" indent="-228600" algn="l">
              <a:lnSpc>
                <a:spcPct val="90000"/>
              </a:lnSpc>
              <a:spcBef>
                <a:spcPts val="1800"/>
              </a:spcBef>
              <a:spcAft>
                <a:spcPts val="0"/>
              </a:spcAft>
              <a:buClr>
                <a:schemeClr val="dk1"/>
              </a:buClr>
              <a:buSzPts val="5760"/>
              <a:buNone/>
              <a:defRPr sz="5760" b="1"/>
            </a:lvl5pPr>
            <a:lvl6pPr marL="2743200" lvl="5" indent="-228600" algn="l">
              <a:lnSpc>
                <a:spcPct val="90000"/>
              </a:lnSpc>
              <a:spcBef>
                <a:spcPts val="1800"/>
              </a:spcBef>
              <a:spcAft>
                <a:spcPts val="0"/>
              </a:spcAft>
              <a:buClr>
                <a:schemeClr val="dk1"/>
              </a:buClr>
              <a:buSzPts val="5760"/>
              <a:buNone/>
              <a:defRPr sz="5760" b="1"/>
            </a:lvl6pPr>
            <a:lvl7pPr marL="3200400" lvl="6" indent="-228600" algn="l">
              <a:lnSpc>
                <a:spcPct val="90000"/>
              </a:lnSpc>
              <a:spcBef>
                <a:spcPts val="1800"/>
              </a:spcBef>
              <a:spcAft>
                <a:spcPts val="0"/>
              </a:spcAft>
              <a:buClr>
                <a:schemeClr val="dk1"/>
              </a:buClr>
              <a:buSzPts val="5760"/>
              <a:buNone/>
              <a:defRPr sz="5760" b="1"/>
            </a:lvl7pPr>
            <a:lvl8pPr marL="3657600" lvl="7" indent="-228600" algn="l">
              <a:lnSpc>
                <a:spcPct val="90000"/>
              </a:lnSpc>
              <a:spcBef>
                <a:spcPts val="1800"/>
              </a:spcBef>
              <a:spcAft>
                <a:spcPts val="0"/>
              </a:spcAft>
              <a:buClr>
                <a:schemeClr val="dk1"/>
              </a:buClr>
              <a:buSzPts val="5760"/>
              <a:buNone/>
              <a:defRPr sz="5760" b="1"/>
            </a:lvl8pPr>
            <a:lvl9pPr marL="4114800" lvl="8" indent="-228600" algn="l">
              <a:lnSpc>
                <a:spcPct val="90000"/>
              </a:lnSpc>
              <a:spcBef>
                <a:spcPts val="1800"/>
              </a:spcBef>
              <a:spcAft>
                <a:spcPts val="0"/>
              </a:spcAft>
              <a:buClr>
                <a:schemeClr val="dk1"/>
              </a:buClr>
              <a:buSzPts val="5760"/>
              <a:buNone/>
              <a:defRPr sz="5760" b="1"/>
            </a:lvl9pPr>
          </a:lstStyle>
          <a:p>
            <a:endParaRPr/>
          </a:p>
        </p:txBody>
      </p:sp>
      <p:sp>
        <p:nvSpPr>
          <p:cNvPr id="68" name="Google Shape;68;p8"/>
          <p:cNvSpPr txBox="1">
            <a:spLocks noGrp="1"/>
          </p:cNvSpPr>
          <p:nvPr>
            <p:ph type="body" idx="4"/>
          </p:nvPr>
        </p:nvSpPr>
        <p:spPr>
          <a:xfrm>
            <a:off x="22219920" y="12024360"/>
            <a:ext cx="18659477"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69" name="Google Shape;69;p8"/>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8"/>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9"/>
          <p:cNvSpPr txBox="1">
            <a:spLocks noGrp="1"/>
          </p:cNvSpPr>
          <p:nvPr>
            <p:ph type="title"/>
          </p:nvPr>
        </p:nvSpPr>
        <p:spPr>
          <a:xfrm>
            <a:off x="3017520" y="1752603"/>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9"/>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9"/>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9"/>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7"/>
        <p:cNvGrpSpPr/>
        <p:nvPr/>
      </p:nvGrpSpPr>
      <p:grpSpPr>
        <a:xfrm>
          <a:off x="0" y="0"/>
          <a:ext cx="0" cy="0"/>
          <a:chOff x="0" y="0"/>
          <a:chExt cx="0" cy="0"/>
        </a:xfrm>
      </p:grpSpPr>
      <p:sp>
        <p:nvSpPr>
          <p:cNvPr id="78" name="Google Shape;78;p10"/>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0"/>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1"/>
        <p:cNvGrpSpPr/>
        <p:nvPr/>
      </p:nvGrpSpPr>
      <p:grpSpPr>
        <a:xfrm>
          <a:off x="0" y="0"/>
          <a:ext cx="0" cy="0"/>
          <a:chOff x="0" y="0"/>
          <a:chExt cx="0" cy="0"/>
        </a:xfrm>
      </p:grpSpPr>
      <p:sp>
        <p:nvSpPr>
          <p:cNvPr id="82" name="Google Shape;82;p11"/>
          <p:cNvSpPr txBox="1">
            <a:spLocks noGrp="1"/>
          </p:cNvSpPr>
          <p:nvPr>
            <p:ph type="title"/>
          </p:nvPr>
        </p:nvSpPr>
        <p:spPr>
          <a:xfrm>
            <a:off x="3023239" y="2194560"/>
            <a:ext cx="14156053"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520"/>
              <a:buFont typeface="Calibri"/>
              <a:buNone/>
              <a:defRPr sz="1152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1"/>
          <p:cNvSpPr txBox="1">
            <a:spLocks noGrp="1"/>
          </p:cNvSpPr>
          <p:nvPr>
            <p:ph type="body" idx="1"/>
          </p:nvPr>
        </p:nvSpPr>
        <p:spPr>
          <a:xfrm>
            <a:off x="18659477" y="4739642"/>
            <a:ext cx="22219920" cy="23393400"/>
          </a:xfrm>
          <a:prstGeom prst="rect">
            <a:avLst/>
          </a:prstGeom>
          <a:noFill/>
          <a:ln>
            <a:noFill/>
          </a:ln>
        </p:spPr>
        <p:txBody>
          <a:bodyPr spcFirstLastPara="1" wrap="square" lIns="91425" tIns="45700" rIns="91425" bIns="45700" anchor="t" anchorCtr="0">
            <a:normAutofit/>
          </a:bodyPr>
          <a:lstStyle>
            <a:lvl1pPr marL="457200" lvl="0" indent="-960120" algn="l">
              <a:lnSpc>
                <a:spcPct val="90000"/>
              </a:lnSpc>
              <a:spcBef>
                <a:spcPts val="3600"/>
              </a:spcBef>
              <a:spcAft>
                <a:spcPts val="0"/>
              </a:spcAft>
              <a:buClr>
                <a:schemeClr val="dk1"/>
              </a:buClr>
              <a:buSzPts val="11520"/>
              <a:buChar char="•"/>
              <a:defRPr sz="11520"/>
            </a:lvl1pPr>
            <a:lvl2pPr marL="914400" lvl="1" indent="-868680" algn="l">
              <a:lnSpc>
                <a:spcPct val="90000"/>
              </a:lnSpc>
              <a:spcBef>
                <a:spcPts val="1800"/>
              </a:spcBef>
              <a:spcAft>
                <a:spcPts val="0"/>
              </a:spcAft>
              <a:buClr>
                <a:schemeClr val="dk1"/>
              </a:buClr>
              <a:buSzPts val="10080"/>
              <a:buChar char="•"/>
              <a:defRPr sz="10080"/>
            </a:lvl2pPr>
            <a:lvl3pPr marL="1371600" lvl="2" indent="-777240" algn="l">
              <a:lnSpc>
                <a:spcPct val="90000"/>
              </a:lnSpc>
              <a:spcBef>
                <a:spcPts val="1800"/>
              </a:spcBef>
              <a:spcAft>
                <a:spcPts val="0"/>
              </a:spcAft>
              <a:buClr>
                <a:schemeClr val="dk1"/>
              </a:buClr>
              <a:buSzPts val="8640"/>
              <a:buChar char="•"/>
              <a:defRPr sz="8640"/>
            </a:lvl3pPr>
            <a:lvl4pPr marL="1828800" lvl="3" indent="-685800" algn="l">
              <a:lnSpc>
                <a:spcPct val="90000"/>
              </a:lnSpc>
              <a:spcBef>
                <a:spcPts val="1800"/>
              </a:spcBef>
              <a:spcAft>
                <a:spcPts val="0"/>
              </a:spcAft>
              <a:buClr>
                <a:schemeClr val="dk1"/>
              </a:buClr>
              <a:buSzPts val="7200"/>
              <a:buChar char="•"/>
              <a:defRPr sz="7200"/>
            </a:lvl4pPr>
            <a:lvl5pPr marL="2286000" lvl="4" indent="-685800" algn="l">
              <a:lnSpc>
                <a:spcPct val="90000"/>
              </a:lnSpc>
              <a:spcBef>
                <a:spcPts val="1800"/>
              </a:spcBef>
              <a:spcAft>
                <a:spcPts val="0"/>
              </a:spcAft>
              <a:buClr>
                <a:schemeClr val="dk1"/>
              </a:buClr>
              <a:buSzPts val="7200"/>
              <a:buChar char="•"/>
              <a:defRPr sz="7200"/>
            </a:lvl5pPr>
            <a:lvl6pPr marL="2743200" lvl="5" indent="-685800" algn="l">
              <a:lnSpc>
                <a:spcPct val="90000"/>
              </a:lnSpc>
              <a:spcBef>
                <a:spcPts val="1800"/>
              </a:spcBef>
              <a:spcAft>
                <a:spcPts val="0"/>
              </a:spcAft>
              <a:buClr>
                <a:schemeClr val="dk1"/>
              </a:buClr>
              <a:buSzPts val="7200"/>
              <a:buChar char="•"/>
              <a:defRPr sz="7200"/>
            </a:lvl6pPr>
            <a:lvl7pPr marL="3200400" lvl="6" indent="-685800" algn="l">
              <a:lnSpc>
                <a:spcPct val="90000"/>
              </a:lnSpc>
              <a:spcBef>
                <a:spcPts val="1800"/>
              </a:spcBef>
              <a:spcAft>
                <a:spcPts val="0"/>
              </a:spcAft>
              <a:buClr>
                <a:schemeClr val="dk1"/>
              </a:buClr>
              <a:buSzPts val="7200"/>
              <a:buChar char="•"/>
              <a:defRPr sz="7200"/>
            </a:lvl7pPr>
            <a:lvl8pPr marL="3657600" lvl="7" indent="-685800" algn="l">
              <a:lnSpc>
                <a:spcPct val="90000"/>
              </a:lnSpc>
              <a:spcBef>
                <a:spcPts val="1800"/>
              </a:spcBef>
              <a:spcAft>
                <a:spcPts val="0"/>
              </a:spcAft>
              <a:buClr>
                <a:schemeClr val="dk1"/>
              </a:buClr>
              <a:buSzPts val="7200"/>
              <a:buChar char="•"/>
              <a:defRPr sz="7200"/>
            </a:lvl8pPr>
            <a:lvl9pPr marL="4114800" lvl="8" indent="-685800" algn="l">
              <a:lnSpc>
                <a:spcPct val="90000"/>
              </a:lnSpc>
              <a:spcBef>
                <a:spcPts val="1800"/>
              </a:spcBef>
              <a:spcAft>
                <a:spcPts val="0"/>
              </a:spcAft>
              <a:buClr>
                <a:schemeClr val="dk1"/>
              </a:buClr>
              <a:buSzPts val="7200"/>
              <a:buChar char="•"/>
              <a:defRPr sz="7200"/>
            </a:lvl9pPr>
          </a:lstStyle>
          <a:p>
            <a:endParaRPr/>
          </a:p>
        </p:txBody>
      </p:sp>
      <p:sp>
        <p:nvSpPr>
          <p:cNvPr id="84" name="Google Shape;84;p11"/>
          <p:cNvSpPr txBox="1">
            <a:spLocks noGrp="1"/>
          </p:cNvSpPr>
          <p:nvPr>
            <p:ph type="body" idx="2"/>
          </p:nvPr>
        </p:nvSpPr>
        <p:spPr>
          <a:xfrm>
            <a:off x="3023239" y="9875520"/>
            <a:ext cx="14156053"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chemeClr val="dk1"/>
              </a:buClr>
              <a:buSzPts val="5760"/>
              <a:buNone/>
              <a:defRPr sz="5760"/>
            </a:lvl1pPr>
            <a:lvl2pPr marL="914400" lvl="1" indent="-228600" algn="l">
              <a:lnSpc>
                <a:spcPct val="90000"/>
              </a:lnSpc>
              <a:spcBef>
                <a:spcPts val="1800"/>
              </a:spcBef>
              <a:spcAft>
                <a:spcPts val="0"/>
              </a:spcAft>
              <a:buClr>
                <a:schemeClr val="dk1"/>
              </a:buClr>
              <a:buSzPts val="5040"/>
              <a:buNone/>
              <a:defRPr sz="5040"/>
            </a:lvl2pPr>
            <a:lvl3pPr marL="1371600" lvl="2" indent="-228600" algn="l">
              <a:lnSpc>
                <a:spcPct val="90000"/>
              </a:lnSpc>
              <a:spcBef>
                <a:spcPts val="1800"/>
              </a:spcBef>
              <a:spcAft>
                <a:spcPts val="0"/>
              </a:spcAft>
              <a:buClr>
                <a:schemeClr val="dk1"/>
              </a:buClr>
              <a:buSzPts val="4320"/>
              <a:buNone/>
              <a:defRPr sz="4320"/>
            </a:lvl3pPr>
            <a:lvl4pPr marL="1828800" lvl="3" indent="-228600" algn="l">
              <a:lnSpc>
                <a:spcPct val="90000"/>
              </a:lnSpc>
              <a:spcBef>
                <a:spcPts val="1800"/>
              </a:spcBef>
              <a:spcAft>
                <a:spcPts val="0"/>
              </a:spcAft>
              <a:buClr>
                <a:schemeClr val="dk1"/>
              </a:buClr>
              <a:buSzPts val="3600"/>
              <a:buNone/>
              <a:defRPr sz="3600"/>
            </a:lvl4pPr>
            <a:lvl5pPr marL="2286000" lvl="4" indent="-228600" algn="l">
              <a:lnSpc>
                <a:spcPct val="90000"/>
              </a:lnSpc>
              <a:spcBef>
                <a:spcPts val="1800"/>
              </a:spcBef>
              <a:spcAft>
                <a:spcPts val="0"/>
              </a:spcAft>
              <a:buClr>
                <a:schemeClr val="dk1"/>
              </a:buClr>
              <a:buSzPts val="3600"/>
              <a:buNone/>
              <a:defRPr sz="3600"/>
            </a:lvl5pPr>
            <a:lvl6pPr marL="2743200" lvl="5" indent="-228600" algn="l">
              <a:lnSpc>
                <a:spcPct val="90000"/>
              </a:lnSpc>
              <a:spcBef>
                <a:spcPts val="1800"/>
              </a:spcBef>
              <a:spcAft>
                <a:spcPts val="0"/>
              </a:spcAft>
              <a:buClr>
                <a:schemeClr val="dk1"/>
              </a:buClr>
              <a:buSzPts val="3600"/>
              <a:buNone/>
              <a:defRPr sz="3600"/>
            </a:lvl6pPr>
            <a:lvl7pPr marL="3200400" lvl="6" indent="-228600" algn="l">
              <a:lnSpc>
                <a:spcPct val="90000"/>
              </a:lnSpc>
              <a:spcBef>
                <a:spcPts val="1800"/>
              </a:spcBef>
              <a:spcAft>
                <a:spcPts val="0"/>
              </a:spcAft>
              <a:buClr>
                <a:schemeClr val="dk1"/>
              </a:buClr>
              <a:buSzPts val="3600"/>
              <a:buNone/>
              <a:defRPr sz="3600"/>
            </a:lvl7pPr>
            <a:lvl8pPr marL="3657600" lvl="7" indent="-228600" algn="l">
              <a:lnSpc>
                <a:spcPct val="90000"/>
              </a:lnSpc>
              <a:spcBef>
                <a:spcPts val="1800"/>
              </a:spcBef>
              <a:spcAft>
                <a:spcPts val="0"/>
              </a:spcAft>
              <a:buClr>
                <a:schemeClr val="dk1"/>
              </a:buClr>
              <a:buSzPts val="3600"/>
              <a:buNone/>
              <a:defRPr sz="3600"/>
            </a:lvl8pPr>
            <a:lvl9pPr marL="4114800" lvl="8" indent="-228600" algn="l">
              <a:lnSpc>
                <a:spcPct val="90000"/>
              </a:lnSpc>
              <a:spcBef>
                <a:spcPts val="1800"/>
              </a:spcBef>
              <a:spcAft>
                <a:spcPts val="0"/>
              </a:spcAft>
              <a:buClr>
                <a:schemeClr val="dk1"/>
              </a:buClr>
              <a:buSzPts val="3600"/>
              <a:buNone/>
              <a:defRPr sz="3600"/>
            </a:lvl9pPr>
          </a:lstStyle>
          <a:p>
            <a:endParaRPr/>
          </a:p>
        </p:txBody>
      </p:sp>
      <p:sp>
        <p:nvSpPr>
          <p:cNvPr id="85" name="Google Shape;85;p11"/>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1"/>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a:off x="3023239" y="2194560"/>
            <a:ext cx="14156053"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520"/>
              <a:buFont typeface="Calibri"/>
              <a:buNone/>
              <a:defRPr sz="1152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2"/>
          <p:cNvSpPr>
            <a:spLocks noGrp="1"/>
          </p:cNvSpPr>
          <p:nvPr>
            <p:ph type="pic" idx="2"/>
          </p:nvPr>
        </p:nvSpPr>
        <p:spPr>
          <a:xfrm>
            <a:off x="18659477" y="4739642"/>
            <a:ext cx="22219920" cy="23393400"/>
          </a:xfrm>
          <a:prstGeom prst="rect">
            <a:avLst/>
          </a:prstGeom>
          <a:noFill/>
          <a:ln>
            <a:noFill/>
          </a:ln>
        </p:spPr>
      </p:sp>
      <p:sp>
        <p:nvSpPr>
          <p:cNvPr id="91" name="Google Shape;91;p12"/>
          <p:cNvSpPr txBox="1">
            <a:spLocks noGrp="1"/>
          </p:cNvSpPr>
          <p:nvPr>
            <p:ph type="body" idx="1"/>
          </p:nvPr>
        </p:nvSpPr>
        <p:spPr>
          <a:xfrm>
            <a:off x="3023239" y="9875520"/>
            <a:ext cx="14156053"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chemeClr val="dk1"/>
              </a:buClr>
              <a:buSzPts val="5760"/>
              <a:buNone/>
              <a:defRPr sz="5760"/>
            </a:lvl1pPr>
            <a:lvl2pPr marL="914400" lvl="1" indent="-228600" algn="l">
              <a:lnSpc>
                <a:spcPct val="90000"/>
              </a:lnSpc>
              <a:spcBef>
                <a:spcPts val="1800"/>
              </a:spcBef>
              <a:spcAft>
                <a:spcPts val="0"/>
              </a:spcAft>
              <a:buClr>
                <a:schemeClr val="dk1"/>
              </a:buClr>
              <a:buSzPts val="5040"/>
              <a:buNone/>
              <a:defRPr sz="5040"/>
            </a:lvl2pPr>
            <a:lvl3pPr marL="1371600" lvl="2" indent="-228600" algn="l">
              <a:lnSpc>
                <a:spcPct val="90000"/>
              </a:lnSpc>
              <a:spcBef>
                <a:spcPts val="1800"/>
              </a:spcBef>
              <a:spcAft>
                <a:spcPts val="0"/>
              </a:spcAft>
              <a:buClr>
                <a:schemeClr val="dk1"/>
              </a:buClr>
              <a:buSzPts val="4320"/>
              <a:buNone/>
              <a:defRPr sz="4320"/>
            </a:lvl3pPr>
            <a:lvl4pPr marL="1828800" lvl="3" indent="-228600" algn="l">
              <a:lnSpc>
                <a:spcPct val="90000"/>
              </a:lnSpc>
              <a:spcBef>
                <a:spcPts val="1800"/>
              </a:spcBef>
              <a:spcAft>
                <a:spcPts val="0"/>
              </a:spcAft>
              <a:buClr>
                <a:schemeClr val="dk1"/>
              </a:buClr>
              <a:buSzPts val="3600"/>
              <a:buNone/>
              <a:defRPr sz="3600"/>
            </a:lvl4pPr>
            <a:lvl5pPr marL="2286000" lvl="4" indent="-228600" algn="l">
              <a:lnSpc>
                <a:spcPct val="90000"/>
              </a:lnSpc>
              <a:spcBef>
                <a:spcPts val="1800"/>
              </a:spcBef>
              <a:spcAft>
                <a:spcPts val="0"/>
              </a:spcAft>
              <a:buClr>
                <a:schemeClr val="dk1"/>
              </a:buClr>
              <a:buSzPts val="3600"/>
              <a:buNone/>
              <a:defRPr sz="3600"/>
            </a:lvl5pPr>
            <a:lvl6pPr marL="2743200" lvl="5" indent="-228600" algn="l">
              <a:lnSpc>
                <a:spcPct val="90000"/>
              </a:lnSpc>
              <a:spcBef>
                <a:spcPts val="1800"/>
              </a:spcBef>
              <a:spcAft>
                <a:spcPts val="0"/>
              </a:spcAft>
              <a:buClr>
                <a:schemeClr val="dk1"/>
              </a:buClr>
              <a:buSzPts val="3600"/>
              <a:buNone/>
              <a:defRPr sz="3600"/>
            </a:lvl6pPr>
            <a:lvl7pPr marL="3200400" lvl="6" indent="-228600" algn="l">
              <a:lnSpc>
                <a:spcPct val="90000"/>
              </a:lnSpc>
              <a:spcBef>
                <a:spcPts val="1800"/>
              </a:spcBef>
              <a:spcAft>
                <a:spcPts val="0"/>
              </a:spcAft>
              <a:buClr>
                <a:schemeClr val="dk1"/>
              </a:buClr>
              <a:buSzPts val="3600"/>
              <a:buNone/>
              <a:defRPr sz="3600"/>
            </a:lvl7pPr>
            <a:lvl8pPr marL="3657600" lvl="7" indent="-228600" algn="l">
              <a:lnSpc>
                <a:spcPct val="90000"/>
              </a:lnSpc>
              <a:spcBef>
                <a:spcPts val="1800"/>
              </a:spcBef>
              <a:spcAft>
                <a:spcPts val="0"/>
              </a:spcAft>
              <a:buClr>
                <a:schemeClr val="dk1"/>
              </a:buClr>
              <a:buSzPts val="3600"/>
              <a:buNone/>
              <a:defRPr sz="3600"/>
            </a:lvl8pPr>
            <a:lvl9pPr marL="4114800" lvl="8" indent="-228600" algn="l">
              <a:lnSpc>
                <a:spcPct val="90000"/>
              </a:lnSpc>
              <a:spcBef>
                <a:spcPts val="1800"/>
              </a:spcBef>
              <a:spcAft>
                <a:spcPts val="0"/>
              </a:spcAft>
              <a:buClr>
                <a:schemeClr val="dk1"/>
              </a:buClr>
              <a:buSzPts val="3600"/>
              <a:buNone/>
              <a:defRPr sz="3600"/>
            </a:lvl9pPr>
          </a:lstStyle>
          <a:p>
            <a:endParaRPr/>
          </a:p>
        </p:txBody>
      </p:sp>
      <p:sp>
        <p:nvSpPr>
          <p:cNvPr id="92" name="Google Shape;92;p12"/>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2"/>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5"/>
        <p:cNvGrpSpPr/>
        <p:nvPr/>
      </p:nvGrpSpPr>
      <p:grpSpPr>
        <a:xfrm>
          <a:off x="0" y="0"/>
          <a:ext cx="0" cy="0"/>
          <a:chOff x="0" y="0"/>
          <a:chExt cx="0" cy="0"/>
        </a:xfrm>
      </p:grpSpPr>
      <p:sp>
        <p:nvSpPr>
          <p:cNvPr id="96" name="Google Shape;96;p13"/>
          <p:cNvSpPr txBox="1">
            <a:spLocks noGrp="1"/>
          </p:cNvSpPr>
          <p:nvPr>
            <p:ph type="title"/>
          </p:nvPr>
        </p:nvSpPr>
        <p:spPr>
          <a:xfrm>
            <a:off x="3017520" y="1752603"/>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13"/>
          <p:cNvSpPr txBox="1">
            <a:spLocks noGrp="1"/>
          </p:cNvSpPr>
          <p:nvPr>
            <p:ph type="body" idx="1"/>
          </p:nvPr>
        </p:nvSpPr>
        <p:spPr>
          <a:xfrm rot="5400000">
            <a:off x="11502389" y="278131"/>
            <a:ext cx="20886422"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98" name="Google Shape;98;p13"/>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3"/>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3"/>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rot="5400000">
            <a:off x="22193249" y="10968991"/>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4"/>
          <p:cNvSpPr txBox="1">
            <a:spLocks noGrp="1"/>
          </p:cNvSpPr>
          <p:nvPr>
            <p:ph type="body" idx="1"/>
          </p:nvPr>
        </p:nvSpPr>
        <p:spPr>
          <a:xfrm rot="5400000">
            <a:off x="2990849" y="1779271"/>
            <a:ext cx="27896822"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104" name="Google Shape;104;p14"/>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4"/>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4"/>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6x48 template">
  <p:cSld name="36x48 template">
    <p:spTree>
      <p:nvGrpSpPr>
        <p:cNvPr id="1" name="Shape 114"/>
        <p:cNvGrpSpPr/>
        <p:nvPr/>
      </p:nvGrpSpPr>
      <p:grpSpPr>
        <a:xfrm>
          <a:off x="0" y="0"/>
          <a:ext cx="0" cy="0"/>
          <a:chOff x="0" y="0"/>
          <a:chExt cx="0" cy="0"/>
        </a:xfrm>
      </p:grpSpPr>
      <p:sp>
        <p:nvSpPr>
          <p:cNvPr id="115" name="Google Shape;115;p16"/>
          <p:cNvSpPr txBox="1">
            <a:spLocks noGrp="1"/>
          </p:cNvSpPr>
          <p:nvPr>
            <p:ph type="body" idx="1"/>
          </p:nvPr>
        </p:nvSpPr>
        <p:spPr>
          <a:xfrm>
            <a:off x="1148074" y="5966815"/>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6" name="Google Shape;116;p16"/>
          <p:cNvSpPr txBox="1">
            <a:spLocks noGrp="1"/>
          </p:cNvSpPr>
          <p:nvPr>
            <p:ph type="body" idx="2"/>
          </p:nvPr>
        </p:nvSpPr>
        <p:spPr>
          <a:xfrm>
            <a:off x="1148074" y="5109837"/>
            <a:ext cx="10048875"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7" name="Google Shape;117;p16"/>
          <p:cNvSpPr txBox="1">
            <a:spLocks noGrp="1"/>
          </p:cNvSpPr>
          <p:nvPr>
            <p:ph type="body" idx="3"/>
          </p:nvPr>
        </p:nvSpPr>
        <p:spPr>
          <a:xfrm>
            <a:off x="1090242" y="14181956"/>
            <a:ext cx="10050462"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8" name="Google Shape;118;p16"/>
          <p:cNvSpPr txBox="1">
            <a:spLocks noGrp="1"/>
          </p:cNvSpPr>
          <p:nvPr>
            <p:ph type="body" idx="4"/>
          </p:nvPr>
        </p:nvSpPr>
        <p:spPr>
          <a:xfrm>
            <a:off x="11681570" y="5939569"/>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9" name="Google Shape;119;p16"/>
          <p:cNvSpPr txBox="1">
            <a:spLocks noGrp="1"/>
          </p:cNvSpPr>
          <p:nvPr>
            <p:ph type="body" idx="5"/>
          </p:nvPr>
        </p:nvSpPr>
        <p:spPr>
          <a:xfrm>
            <a:off x="11681569" y="5146225"/>
            <a:ext cx="10048875"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0" name="Google Shape;120;p16"/>
          <p:cNvSpPr txBox="1">
            <a:spLocks noGrp="1"/>
          </p:cNvSpPr>
          <p:nvPr>
            <p:ph type="body" idx="6"/>
          </p:nvPr>
        </p:nvSpPr>
        <p:spPr>
          <a:xfrm>
            <a:off x="22207127" y="5939569"/>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1" name="Google Shape;121;p16"/>
          <p:cNvSpPr txBox="1">
            <a:spLocks noGrp="1"/>
          </p:cNvSpPr>
          <p:nvPr>
            <p:ph type="body" idx="7"/>
          </p:nvPr>
        </p:nvSpPr>
        <p:spPr>
          <a:xfrm>
            <a:off x="22215064" y="5146225"/>
            <a:ext cx="10058400"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2" name="Google Shape;122;p16"/>
          <p:cNvSpPr txBox="1">
            <a:spLocks noGrp="1"/>
          </p:cNvSpPr>
          <p:nvPr>
            <p:ph type="body" idx="8"/>
          </p:nvPr>
        </p:nvSpPr>
        <p:spPr>
          <a:xfrm>
            <a:off x="32763535" y="5146225"/>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3" name="Google Shape;123;p16"/>
          <p:cNvSpPr txBox="1">
            <a:spLocks noGrp="1"/>
          </p:cNvSpPr>
          <p:nvPr>
            <p:ph type="body" idx="9"/>
          </p:nvPr>
        </p:nvSpPr>
        <p:spPr>
          <a:xfrm>
            <a:off x="32763535" y="5966815"/>
            <a:ext cx="10047018"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4" name="Google Shape;124;p16"/>
          <p:cNvSpPr txBox="1">
            <a:spLocks noGrp="1"/>
          </p:cNvSpPr>
          <p:nvPr>
            <p:ph type="body" idx="13"/>
          </p:nvPr>
        </p:nvSpPr>
        <p:spPr>
          <a:xfrm>
            <a:off x="32763535" y="14265455"/>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5" name="Google Shape;125;p16"/>
          <p:cNvSpPr txBox="1">
            <a:spLocks noGrp="1"/>
          </p:cNvSpPr>
          <p:nvPr>
            <p:ph type="body" idx="14"/>
          </p:nvPr>
        </p:nvSpPr>
        <p:spPr>
          <a:xfrm>
            <a:off x="32761019" y="15067976"/>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6" name="Google Shape;126;p16"/>
          <p:cNvSpPr txBox="1">
            <a:spLocks noGrp="1"/>
          </p:cNvSpPr>
          <p:nvPr>
            <p:ph type="body" idx="15"/>
          </p:nvPr>
        </p:nvSpPr>
        <p:spPr>
          <a:xfrm>
            <a:off x="32763535" y="25679401"/>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7" name="Google Shape;127;p16"/>
          <p:cNvSpPr txBox="1">
            <a:spLocks noGrp="1"/>
          </p:cNvSpPr>
          <p:nvPr>
            <p:ph type="body" idx="16"/>
          </p:nvPr>
        </p:nvSpPr>
        <p:spPr>
          <a:xfrm>
            <a:off x="32761019" y="26433446"/>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8" name="Google Shape;128;p16"/>
          <p:cNvSpPr txBox="1">
            <a:spLocks noGrp="1"/>
          </p:cNvSpPr>
          <p:nvPr>
            <p:ph type="body" idx="17"/>
          </p:nvPr>
        </p:nvSpPr>
        <p:spPr>
          <a:xfrm>
            <a:off x="1083891" y="14995183"/>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9" name="Google Shape;129;p16"/>
          <p:cNvSpPr txBox="1">
            <a:spLocks noGrp="1"/>
          </p:cNvSpPr>
          <p:nvPr>
            <p:ph type="body" idx="18"/>
          </p:nvPr>
        </p:nvSpPr>
        <p:spPr>
          <a:xfrm>
            <a:off x="5932593" y="2947817"/>
            <a:ext cx="31998968" cy="1280160"/>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880"/>
              </a:spcBef>
              <a:spcAft>
                <a:spcPts val="0"/>
              </a:spcAft>
              <a:buClr>
                <a:schemeClr val="lt1"/>
              </a:buClr>
              <a:buSzPts val="4400"/>
              <a:buFont typeface="Arial"/>
              <a:buNone/>
              <a:defRPr sz="4400" b="0" i="0" u="none" strike="noStrike" cap="none">
                <a:solidFill>
                  <a:schemeClr val="lt1"/>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30" name="Google Shape;130;p16"/>
          <p:cNvSpPr txBox="1">
            <a:spLocks noGrp="1"/>
          </p:cNvSpPr>
          <p:nvPr>
            <p:ph type="body" idx="19"/>
          </p:nvPr>
        </p:nvSpPr>
        <p:spPr>
          <a:xfrm>
            <a:off x="5932593" y="1628358"/>
            <a:ext cx="31998968" cy="1280160"/>
          </a:xfrm>
          <a:prstGeom prst="rect">
            <a:avLst/>
          </a:prstGeom>
          <a:noFill/>
          <a:ln>
            <a:noFill/>
          </a:ln>
        </p:spPr>
        <p:txBody>
          <a:bodyPr spcFirstLastPara="1" wrap="square" lIns="91425" tIns="45700" rIns="91425" bIns="45700" anchor="t" anchorCtr="1">
            <a:normAutofit/>
          </a:bodyPr>
          <a:lstStyle>
            <a:lvl1pPr marL="457200" marR="0" lvl="0" indent="-228600" algn="ctr" rtl="0">
              <a:spcBef>
                <a:spcPts val="1320"/>
              </a:spcBef>
              <a:spcAft>
                <a:spcPts val="0"/>
              </a:spcAft>
              <a:buClr>
                <a:schemeClr val="lt1"/>
              </a:buClr>
              <a:buSzPts val="6600"/>
              <a:buFont typeface="Arial"/>
              <a:buNone/>
              <a:defRPr sz="6600" b="0" i="0" u="none" strike="noStrike" cap="none">
                <a:solidFill>
                  <a:schemeClr val="lt1"/>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31" name="Google Shape;131;p16"/>
          <p:cNvSpPr txBox="1">
            <a:spLocks noGrp="1"/>
          </p:cNvSpPr>
          <p:nvPr>
            <p:ph type="body" idx="20"/>
          </p:nvPr>
        </p:nvSpPr>
        <p:spPr>
          <a:xfrm>
            <a:off x="5932593" y="209782"/>
            <a:ext cx="31998968" cy="1359394"/>
          </a:xfrm>
          <a:prstGeom prst="rect">
            <a:avLst/>
          </a:prstGeom>
          <a:noFill/>
          <a:ln>
            <a:noFill/>
          </a:ln>
        </p:spPr>
        <p:txBody>
          <a:bodyPr spcFirstLastPara="1" wrap="square" lIns="91425" tIns="45700" rIns="91425" bIns="45700" anchor="t" anchorCtr="1">
            <a:normAutofit/>
          </a:bodyPr>
          <a:lstStyle>
            <a:lvl1pPr marL="457200" marR="0" lvl="0" indent="-228600" algn="ctr" rtl="0">
              <a:spcBef>
                <a:spcPts val="1600"/>
              </a:spcBef>
              <a:spcAft>
                <a:spcPts val="0"/>
              </a:spcAft>
              <a:buClr>
                <a:schemeClr val="lt1"/>
              </a:buClr>
              <a:buSzPts val="8000"/>
              <a:buFont typeface="Arial"/>
              <a:buNone/>
              <a:defRPr sz="8000" b="1" i="0" u="none" strike="noStrike" cap="none">
                <a:solidFill>
                  <a:schemeClr val="lt1"/>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32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Without guides">
  <p:cSld name="Without guides">
    <p:spTree>
      <p:nvGrpSpPr>
        <p:cNvPr id="1" name="Shape 137"/>
        <p:cNvGrpSpPr/>
        <p:nvPr/>
      </p:nvGrpSpPr>
      <p:grpSpPr>
        <a:xfrm>
          <a:off x="0" y="0"/>
          <a:ext cx="0" cy="0"/>
          <a:chOff x="0" y="0"/>
          <a:chExt cx="0" cy="0"/>
        </a:xfrm>
      </p:grpSpPr>
      <p:sp>
        <p:nvSpPr>
          <p:cNvPr id="138" name="Google Shape;138;p18"/>
          <p:cNvSpPr txBox="1">
            <a:spLocks noGrp="1"/>
          </p:cNvSpPr>
          <p:nvPr>
            <p:ph type="body" idx="1"/>
          </p:nvPr>
        </p:nvSpPr>
        <p:spPr>
          <a:xfrm>
            <a:off x="1148074" y="5966815"/>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39" name="Google Shape;139;p18"/>
          <p:cNvSpPr txBox="1">
            <a:spLocks noGrp="1"/>
          </p:cNvSpPr>
          <p:nvPr>
            <p:ph type="body" idx="2"/>
          </p:nvPr>
        </p:nvSpPr>
        <p:spPr>
          <a:xfrm>
            <a:off x="1148074" y="5109837"/>
            <a:ext cx="10048875"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0" name="Google Shape;140;p18"/>
          <p:cNvSpPr txBox="1">
            <a:spLocks noGrp="1"/>
          </p:cNvSpPr>
          <p:nvPr>
            <p:ph type="body" idx="3"/>
          </p:nvPr>
        </p:nvSpPr>
        <p:spPr>
          <a:xfrm>
            <a:off x="1090242" y="14181956"/>
            <a:ext cx="10050462"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1" name="Google Shape;141;p18"/>
          <p:cNvSpPr txBox="1">
            <a:spLocks noGrp="1"/>
          </p:cNvSpPr>
          <p:nvPr>
            <p:ph type="body" idx="4"/>
          </p:nvPr>
        </p:nvSpPr>
        <p:spPr>
          <a:xfrm>
            <a:off x="11681570" y="5939569"/>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2" name="Google Shape;142;p18"/>
          <p:cNvSpPr txBox="1">
            <a:spLocks noGrp="1"/>
          </p:cNvSpPr>
          <p:nvPr>
            <p:ph type="body" idx="5"/>
          </p:nvPr>
        </p:nvSpPr>
        <p:spPr>
          <a:xfrm>
            <a:off x="11681569" y="5146225"/>
            <a:ext cx="10048875"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3" name="Google Shape;143;p18"/>
          <p:cNvSpPr txBox="1">
            <a:spLocks noGrp="1"/>
          </p:cNvSpPr>
          <p:nvPr>
            <p:ph type="body" idx="6"/>
          </p:nvPr>
        </p:nvSpPr>
        <p:spPr>
          <a:xfrm>
            <a:off x="22207127" y="5939569"/>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4" name="Google Shape;144;p18"/>
          <p:cNvSpPr txBox="1">
            <a:spLocks noGrp="1"/>
          </p:cNvSpPr>
          <p:nvPr>
            <p:ph type="body" idx="7"/>
          </p:nvPr>
        </p:nvSpPr>
        <p:spPr>
          <a:xfrm>
            <a:off x="22215064" y="5146225"/>
            <a:ext cx="10058400"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5" name="Google Shape;145;p18"/>
          <p:cNvSpPr txBox="1">
            <a:spLocks noGrp="1"/>
          </p:cNvSpPr>
          <p:nvPr>
            <p:ph type="body" idx="8"/>
          </p:nvPr>
        </p:nvSpPr>
        <p:spPr>
          <a:xfrm>
            <a:off x="32763535" y="5146225"/>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6" name="Google Shape;146;p18"/>
          <p:cNvSpPr txBox="1">
            <a:spLocks noGrp="1"/>
          </p:cNvSpPr>
          <p:nvPr>
            <p:ph type="body" idx="9"/>
          </p:nvPr>
        </p:nvSpPr>
        <p:spPr>
          <a:xfrm>
            <a:off x="32763535" y="5966815"/>
            <a:ext cx="10047018"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7" name="Google Shape;147;p18"/>
          <p:cNvSpPr txBox="1">
            <a:spLocks noGrp="1"/>
          </p:cNvSpPr>
          <p:nvPr>
            <p:ph type="body" idx="13"/>
          </p:nvPr>
        </p:nvSpPr>
        <p:spPr>
          <a:xfrm>
            <a:off x="32763535" y="14265455"/>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8" name="Google Shape;148;p18"/>
          <p:cNvSpPr txBox="1">
            <a:spLocks noGrp="1"/>
          </p:cNvSpPr>
          <p:nvPr>
            <p:ph type="body" idx="14"/>
          </p:nvPr>
        </p:nvSpPr>
        <p:spPr>
          <a:xfrm>
            <a:off x="32761019" y="15067976"/>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49" name="Google Shape;149;p18"/>
          <p:cNvSpPr txBox="1">
            <a:spLocks noGrp="1"/>
          </p:cNvSpPr>
          <p:nvPr>
            <p:ph type="body" idx="15"/>
          </p:nvPr>
        </p:nvSpPr>
        <p:spPr>
          <a:xfrm>
            <a:off x="32763535" y="25679401"/>
            <a:ext cx="10047018" cy="754045"/>
          </a:xfrm>
          <a:prstGeom prst="rect">
            <a:avLst/>
          </a:prstGeom>
          <a:noFill/>
          <a:ln>
            <a:noFill/>
          </a:ln>
        </p:spPr>
        <p:txBody>
          <a:bodyPr spcFirstLastPara="1" wrap="square" lIns="91425" tIns="91425" rIns="91425" bIns="91425" anchor="ctr" anchorCtr="0">
            <a:spAutoFit/>
          </a:bodyPr>
          <a:lstStyle>
            <a:lvl1pPr marL="457200" marR="0" lvl="0" indent="-228600" algn="ctr" rtl="0">
              <a:spcBef>
                <a:spcPts val="740"/>
              </a:spcBef>
              <a:spcAft>
                <a:spcPts val="0"/>
              </a:spcAft>
              <a:buClr>
                <a:srgbClr val="204559"/>
              </a:buClr>
              <a:buSzPts val="3700"/>
              <a:buFont typeface="Arial"/>
              <a:buNone/>
              <a:defRPr sz="3700" b="1" i="0" u="sng" strike="noStrike" cap="none">
                <a:solidFill>
                  <a:srgbClr val="204559"/>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50" name="Google Shape;150;p18"/>
          <p:cNvSpPr txBox="1">
            <a:spLocks noGrp="1"/>
          </p:cNvSpPr>
          <p:nvPr>
            <p:ph type="body" idx="16"/>
          </p:nvPr>
        </p:nvSpPr>
        <p:spPr>
          <a:xfrm>
            <a:off x="32761019" y="26433446"/>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51" name="Google Shape;151;p18"/>
          <p:cNvSpPr txBox="1">
            <a:spLocks noGrp="1"/>
          </p:cNvSpPr>
          <p:nvPr>
            <p:ph type="body" idx="17"/>
          </p:nvPr>
        </p:nvSpPr>
        <p:spPr>
          <a:xfrm>
            <a:off x="1083891" y="14995183"/>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chemeClr val="dk1"/>
              </a:buClr>
              <a:buSzPts val="2500"/>
              <a:buFont typeface="Arial"/>
              <a:buNone/>
              <a:defRPr sz="2500" b="0" i="0" u="none" strike="noStrike" cap="none">
                <a:solidFill>
                  <a:schemeClr val="dk1"/>
                </a:solidFill>
                <a:latin typeface="Calibri"/>
                <a:ea typeface="Calibri"/>
                <a:cs typeface="Calibri"/>
                <a:sym typeface="Calibri"/>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52" name="Google Shape;152;p18"/>
          <p:cNvSpPr txBox="1">
            <a:spLocks noGrp="1"/>
          </p:cNvSpPr>
          <p:nvPr>
            <p:ph type="body" idx="18"/>
          </p:nvPr>
        </p:nvSpPr>
        <p:spPr>
          <a:xfrm>
            <a:off x="5932593" y="2947817"/>
            <a:ext cx="31998968" cy="1280160"/>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880"/>
              </a:spcBef>
              <a:spcAft>
                <a:spcPts val="0"/>
              </a:spcAft>
              <a:buClr>
                <a:schemeClr val="lt1"/>
              </a:buClr>
              <a:buSzPts val="4400"/>
              <a:buFont typeface="Arial"/>
              <a:buNone/>
              <a:defRPr sz="4400" b="0" i="0" u="none" strike="noStrike" cap="none">
                <a:solidFill>
                  <a:schemeClr val="lt1"/>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53" name="Google Shape;153;p18"/>
          <p:cNvSpPr txBox="1">
            <a:spLocks noGrp="1"/>
          </p:cNvSpPr>
          <p:nvPr>
            <p:ph type="body" idx="19"/>
          </p:nvPr>
        </p:nvSpPr>
        <p:spPr>
          <a:xfrm>
            <a:off x="5932593" y="1628358"/>
            <a:ext cx="31998968" cy="1280160"/>
          </a:xfrm>
          <a:prstGeom prst="rect">
            <a:avLst/>
          </a:prstGeom>
          <a:noFill/>
          <a:ln>
            <a:noFill/>
          </a:ln>
        </p:spPr>
        <p:txBody>
          <a:bodyPr spcFirstLastPara="1" wrap="square" lIns="91425" tIns="45700" rIns="91425" bIns="45700" anchor="t" anchorCtr="1">
            <a:normAutofit/>
          </a:bodyPr>
          <a:lstStyle>
            <a:lvl1pPr marL="457200" marR="0" lvl="0" indent="-228600" algn="ctr" rtl="0">
              <a:spcBef>
                <a:spcPts val="1320"/>
              </a:spcBef>
              <a:spcAft>
                <a:spcPts val="0"/>
              </a:spcAft>
              <a:buClr>
                <a:schemeClr val="lt1"/>
              </a:buClr>
              <a:buSzPts val="6600"/>
              <a:buFont typeface="Arial"/>
              <a:buNone/>
              <a:defRPr sz="6600" b="0" i="0" u="none" strike="noStrike" cap="none">
                <a:solidFill>
                  <a:schemeClr val="lt1"/>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54" name="Google Shape;154;p18"/>
          <p:cNvSpPr txBox="1">
            <a:spLocks noGrp="1"/>
          </p:cNvSpPr>
          <p:nvPr>
            <p:ph type="body" idx="20"/>
          </p:nvPr>
        </p:nvSpPr>
        <p:spPr>
          <a:xfrm>
            <a:off x="5932593" y="209782"/>
            <a:ext cx="31998968" cy="1359394"/>
          </a:xfrm>
          <a:prstGeom prst="rect">
            <a:avLst/>
          </a:prstGeom>
          <a:noFill/>
          <a:ln>
            <a:noFill/>
          </a:ln>
        </p:spPr>
        <p:txBody>
          <a:bodyPr spcFirstLastPara="1" wrap="square" lIns="91425" tIns="45700" rIns="91425" bIns="45700" anchor="t" anchorCtr="1">
            <a:normAutofit/>
          </a:bodyPr>
          <a:lstStyle>
            <a:lvl1pPr marL="457200" marR="0" lvl="0" indent="-228600" algn="ctr" rtl="0">
              <a:spcBef>
                <a:spcPts val="1600"/>
              </a:spcBef>
              <a:spcAft>
                <a:spcPts val="0"/>
              </a:spcAft>
              <a:buClr>
                <a:schemeClr val="lt1"/>
              </a:buClr>
              <a:buSzPts val="8000"/>
              <a:buFont typeface="Arial"/>
              <a:buNone/>
              <a:defRPr sz="8000" b="1" i="0" u="none" strike="noStrike" cap="none">
                <a:solidFill>
                  <a:schemeClr val="lt1"/>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www.posterpresentations.com/how-to-change-the-research-poster-template-colors.html" TargetMode="External"/></Relationships>
</file>

<file path=ppt/slideMasters/_rels/slideMaster2.xml.rels><?xml version="1.0" encoding="UTF-8" standalone="yes"?>
<Relationships xmlns="http://schemas.openxmlformats.org/package/2006/relationships"><Relationship Id="rId3"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017520" y="1752603"/>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5840"/>
              <a:buFont typeface="Calibri"/>
              <a:buNone/>
              <a:defRPr sz="1583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868680" algn="l" rtl="0">
              <a:lnSpc>
                <a:spcPct val="90000"/>
              </a:lnSpc>
              <a:spcBef>
                <a:spcPts val="3600"/>
              </a:spcBef>
              <a:spcAft>
                <a:spcPts val="0"/>
              </a:spcAft>
              <a:buClr>
                <a:schemeClr val="dk1"/>
              </a:buClr>
              <a:buSzPts val="10080"/>
              <a:buFont typeface="Arial"/>
              <a:buChar char="•"/>
              <a:defRPr sz="10080" b="0" i="0" u="none" strike="noStrike" cap="none">
                <a:solidFill>
                  <a:schemeClr val="dk1"/>
                </a:solidFill>
                <a:latin typeface="Calibri"/>
                <a:ea typeface="Calibri"/>
                <a:cs typeface="Calibri"/>
                <a:sym typeface="Calibri"/>
              </a:defRPr>
            </a:lvl1pPr>
            <a:lvl2pPr marL="914400" marR="0" lvl="1" indent="-777240" algn="l" rtl="0">
              <a:lnSpc>
                <a:spcPct val="90000"/>
              </a:lnSpc>
              <a:spcBef>
                <a:spcPts val="18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2pPr>
            <a:lvl3pPr marL="1371600" marR="0" lvl="2" indent="-685800" algn="l" rtl="0">
              <a:lnSpc>
                <a:spcPct val="90000"/>
              </a:lnSpc>
              <a:spcBef>
                <a:spcPts val="18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3pPr>
            <a:lvl4pPr marL="1828800" marR="0" lvl="3"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4pPr>
            <a:lvl5pPr marL="2286000" marR="0" lvl="4"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5pPr>
            <a:lvl6pPr marL="2743200" marR="0" lvl="5"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6pPr>
            <a:lvl7pPr marL="3200400" marR="0" lvl="6"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7pPr>
            <a:lvl8pPr marL="3657600" marR="0" lvl="7"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8pPr>
            <a:lvl9pPr marL="4114800" marR="0" lvl="8" indent="-640079"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3017520" y="30510482"/>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32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4538960" y="30510482"/>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32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30998160" y="30510482"/>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320" b="0" i="0" u="none" strike="noStrike" cap="none">
                <a:solidFill>
                  <a:srgbClr val="888888"/>
                </a:solidFill>
                <a:latin typeface="Calibri"/>
                <a:ea typeface="Calibri"/>
                <a:cs typeface="Calibri"/>
                <a:sym typeface="Calibri"/>
              </a:defRPr>
            </a:lvl1pPr>
            <a:lvl2pPr marL="0" marR="0" lvl="1" indent="0" algn="r" rtl="0">
              <a:spcBef>
                <a:spcPts val="0"/>
              </a:spcBef>
              <a:buNone/>
              <a:defRPr sz="4320" b="0" i="0" u="none" strike="noStrike" cap="none">
                <a:solidFill>
                  <a:srgbClr val="888888"/>
                </a:solidFill>
                <a:latin typeface="Calibri"/>
                <a:ea typeface="Calibri"/>
                <a:cs typeface="Calibri"/>
                <a:sym typeface="Calibri"/>
              </a:defRPr>
            </a:lvl2pPr>
            <a:lvl3pPr marL="0" marR="0" lvl="2" indent="0" algn="r" rtl="0">
              <a:spcBef>
                <a:spcPts val="0"/>
              </a:spcBef>
              <a:buNone/>
              <a:defRPr sz="4320" b="0" i="0" u="none" strike="noStrike" cap="none">
                <a:solidFill>
                  <a:srgbClr val="888888"/>
                </a:solidFill>
                <a:latin typeface="Calibri"/>
                <a:ea typeface="Calibri"/>
                <a:cs typeface="Calibri"/>
                <a:sym typeface="Calibri"/>
              </a:defRPr>
            </a:lvl3pPr>
            <a:lvl4pPr marL="0" marR="0" lvl="3" indent="0" algn="r" rtl="0">
              <a:spcBef>
                <a:spcPts val="0"/>
              </a:spcBef>
              <a:buNone/>
              <a:defRPr sz="4320" b="0" i="0" u="none" strike="noStrike" cap="none">
                <a:solidFill>
                  <a:srgbClr val="888888"/>
                </a:solidFill>
                <a:latin typeface="Calibri"/>
                <a:ea typeface="Calibri"/>
                <a:cs typeface="Calibri"/>
                <a:sym typeface="Calibri"/>
              </a:defRPr>
            </a:lvl4pPr>
            <a:lvl5pPr marL="0" marR="0" lvl="4" indent="0" algn="r" rtl="0">
              <a:spcBef>
                <a:spcPts val="0"/>
              </a:spcBef>
              <a:buNone/>
              <a:defRPr sz="4320" b="0" i="0" u="none" strike="noStrike" cap="none">
                <a:solidFill>
                  <a:srgbClr val="888888"/>
                </a:solidFill>
                <a:latin typeface="Calibri"/>
                <a:ea typeface="Calibri"/>
                <a:cs typeface="Calibri"/>
                <a:sym typeface="Calibri"/>
              </a:defRPr>
            </a:lvl5pPr>
            <a:lvl6pPr marL="0" marR="0" lvl="5" indent="0" algn="r" rtl="0">
              <a:spcBef>
                <a:spcPts val="0"/>
              </a:spcBef>
              <a:buNone/>
              <a:defRPr sz="4320" b="0" i="0" u="none" strike="noStrike" cap="none">
                <a:solidFill>
                  <a:srgbClr val="888888"/>
                </a:solidFill>
                <a:latin typeface="Calibri"/>
                <a:ea typeface="Calibri"/>
                <a:cs typeface="Calibri"/>
                <a:sym typeface="Calibri"/>
              </a:defRPr>
            </a:lvl6pPr>
            <a:lvl7pPr marL="0" marR="0" lvl="6" indent="0" algn="r" rtl="0">
              <a:spcBef>
                <a:spcPts val="0"/>
              </a:spcBef>
              <a:buNone/>
              <a:defRPr sz="4320" b="0" i="0" u="none" strike="noStrike" cap="none">
                <a:solidFill>
                  <a:srgbClr val="888888"/>
                </a:solidFill>
                <a:latin typeface="Calibri"/>
                <a:ea typeface="Calibri"/>
                <a:cs typeface="Calibri"/>
                <a:sym typeface="Calibri"/>
              </a:defRPr>
            </a:lvl7pPr>
            <a:lvl8pPr marL="0" marR="0" lvl="7" indent="0" algn="r" rtl="0">
              <a:spcBef>
                <a:spcPts val="0"/>
              </a:spcBef>
              <a:buNone/>
              <a:defRPr sz="4320" b="0" i="0" u="none" strike="noStrike" cap="none">
                <a:solidFill>
                  <a:srgbClr val="888888"/>
                </a:solidFill>
                <a:latin typeface="Calibri"/>
                <a:ea typeface="Calibri"/>
                <a:cs typeface="Calibri"/>
                <a:sym typeface="Calibri"/>
              </a:defRPr>
            </a:lvl8pPr>
            <a:lvl9pPr marL="0" marR="0" lvl="8" indent="0" algn="r" rtl="0">
              <a:spcBef>
                <a:spcPts val="0"/>
              </a:spcBef>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5" name="Google Shape;15;p2"/>
          <p:cNvSpPr/>
          <p:nvPr/>
        </p:nvSpPr>
        <p:spPr>
          <a:xfrm>
            <a:off x="0" y="31191530"/>
            <a:ext cx="43891200" cy="1726870"/>
          </a:xfrm>
          <a:prstGeom prst="rect">
            <a:avLst/>
          </a:prstGeom>
          <a:solidFill>
            <a:srgbClr val="1F3864"/>
          </a:solidFill>
          <a:ln>
            <a:noFill/>
          </a:ln>
        </p:spPr>
        <p:txBody>
          <a:bodyPr spcFirstLastPara="1" wrap="square" lIns="260075" tIns="130025" rIns="260075" bIns="130025" anchor="ctr" anchorCtr="0">
            <a:noAutofit/>
          </a:bodyPr>
          <a:lstStyle/>
          <a:p>
            <a:pPr marL="0" marR="0" lvl="0" indent="0" algn="l" rtl="0">
              <a:spcBef>
                <a:spcPts val="0"/>
              </a:spcBef>
              <a:spcAft>
                <a:spcPts val="0"/>
              </a:spcAft>
              <a:buNone/>
            </a:pPr>
            <a:endParaRPr sz="13978" b="0" i="0" u="none" strike="noStrike" cap="none">
              <a:solidFill>
                <a:schemeClr val="dk1"/>
              </a:solidFill>
              <a:latin typeface="Calibri"/>
              <a:ea typeface="Calibri"/>
              <a:cs typeface="Calibri"/>
              <a:sym typeface="Calibri"/>
            </a:endParaRPr>
          </a:p>
        </p:txBody>
      </p:sp>
      <p:sp>
        <p:nvSpPr>
          <p:cNvPr id="16" name="Google Shape;16;p2"/>
          <p:cNvSpPr/>
          <p:nvPr/>
        </p:nvSpPr>
        <p:spPr>
          <a:xfrm>
            <a:off x="0" y="-15834"/>
            <a:ext cx="43891200" cy="5186922"/>
          </a:xfrm>
          <a:prstGeom prst="rect">
            <a:avLst/>
          </a:prstGeom>
          <a:solidFill>
            <a:srgbClr val="1F3864"/>
          </a:solidFill>
          <a:ln>
            <a:noFill/>
          </a:ln>
        </p:spPr>
        <p:txBody>
          <a:bodyPr spcFirstLastPara="1" wrap="square" lIns="260075" tIns="130025" rIns="260075" bIns="130025" anchor="ctr" anchorCtr="0">
            <a:noAutofit/>
          </a:bodyPr>
          <a:lstStyle/>
          <a:p>
            <a:pPr marL="0" marR="0" lvl="0" indent="0" algn="l" rtl="0">
              <a:spcBef>
                <a:spcPts val="0"/>
              </a:spcBef>
              <a:spcAft>
                <a:spcPts val="0"/>
              </a:spcAft>
              <a:buNone/>
            </a:pPr>
            <a:endParaRPr sz="13978" b="0" i="0" u="none" strike="noStrike" cap="none">
              <a:solidFill>
                <a:schemeClr val="dk1"/>
              </a:solidFill>
              <a:latin typeface="Calibri"/>
              <a:ea typeface="Calibri"/>
              <a:cs typeface="Calibri"/>
              <a:sym typeface="Calibri"/>
            </a:endParaRPr>
          </a:p>
        </p:txBody>
      </p:sp>
      <p:sp>
        <p:nvSpPr>
          <p:cNvPr id="17" name="Google Shape;17;p2"/>
          <p:cNvSpPr/>
          <p:nvPr/>
        </p:nvSpPr>
        <p:spPr>
          <a:xfrm>
            <a:off x="731517" y="4135663"/>
            <a:ext cx="42428163" cy="27683945"/>
          </a:xfrm>
          <a:prstGeom prst="roundRect">
            <a:avLst>
              <a:gd name="adj" fmla="val 0"/>
            </a:avLst>
          </a:prstGeom>
          <a:solidFill>
            <a:schemeClr val="lt1"/>
          </a:solidFill>
          <a:ln w="19050" cap="flat" cmpd="sng">
            <a:solidFill>
              <a:srgbClr val="1F3864"/>
            </a:solidFill>
            <a:prstDash val="solid"/>
            <a:miter lim="800000"/>
            <a:headEnd type="none" w="sm" len="sm"/>
            <a:tailEnd type="none" w="sm" len="sm"/>
          </a:ln>
          <a:effectLst>
            <a:outerShdw blurRad="355600" sx="101000" sy="101000" algn="ctr" rotWithShape="0">
              <a:srgbClr val="000000">
                <a:alpha val="1686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978" b="0" i="0" u="none" strike="noStrike" cap="none">
              <a:solidFill>
                <a:schemeClr val="lt1"/>
              </a:solidFill>
              <a:latin typeface="Calibri"/>
              <a:ea typeface="Calibri"/>
              <a:cs typeface="Calibri"/>
              <a:sym typeface="Calibri"/>
            </a:endParaRPr>
          </a:p>
        </p:txBody>
      </p:sp>
      <p:graphicFrame>
        <p:nvGraphicFramePr>
          <p:cNvPr id="18" name="Google Shape;18;p2"/>
          <p:cNvGraphicFramePr/>
          <p:nvPr/>
        </p:nvGraphicFramePr>
        <p:xfrm>
          <a:off x="-10611120" y="14098"/>
          <a:ext cx="9776875" cy="32679250"/>
        </p:xfrm>
        <a:graphic>
          <a:graphicData uri="http://schemas.openxmlformats.org/drawingml/2006/table">
            <a:tbl>
              <a:tblPr firstRow="1" bandRow="1">
                <a:noFill/>
                <a:tableStyleId>{458720B3-81D1-4C08-BEED-F924BB8679F6}</a:tableStyleId>
              </a:tblPr>
              <a:tblGrid>
                <a:gridCol w="4192250"/>
                <a:gridCol w="5584625"/>
              </a:tblGrid>
              <a:tr h="1329125">
                <a:tc gridSpan="2">
                  <a:txBody>
                    <a:bodyPr/>
                    <a:lstStyle/>
                    <a:p>
                      <a:pPr marL="0" marR="0" lvl="0" indent="0" algn="ctr" rtl="0">
                        <a:lnSpc>
                          <a:spcPct val="100000"/>
                        </a:lnSpc>
                        <a:spcBef>
                          <a:spcPts val="0"/>
                        </a:spcBef>
                        <a:spcAft>
                          <a:spcPts val="0"/>
                        </a:spcAft>
                        <a:buClr>
                          <a:srgbClr val="1F3A4E"/>
                        </a:buClr>
                        <a:buSzPts val="3600"/>
                        <a:buFont typeface="Arial Black"/>
                        <a:buNone/>
                      </a:pPr>
                      <a:r>
                        <a:rPr lang="en-US" sz="3600" b="0" u="none" strike="noStrike" cap="none">
                          <a:solidFill>
                            <a:srgbClr val="1F3A4E"/>
                          </a:solidFill>
                          <a:latin typeface="Arial Black"/>
                          <a:ea typeface="Arial Black"/>
                          <a:cs typeface="Arial Black"/>
                          <a:sym typeface="Arial Black"/>
                        </a:rPr>
                        <a:t>QUICK START GUIDE</a:t>
                      </a:r>
                      <a:br>
                        <a:rPr lang="en-US" sz="3600" b="0" u="none" strike="noStrike" cap="none">
                          <a:solidFill>
                            <a:srgbClr val="1F3A4E"/>
                          </a:solidFill>
                          <a:latin typeface="Arial Black"/>
                          <a:ea typeface="Arial Black"/>
                          <a:cs typeface="Arial Black"/>
                          <a:sym typeface="Arial Black"/>
                        </a:rPr>
                      </a:br>
                      <a:r>
                        <a:rPr lang="en-US" sz="2800" b="1" u="none" strike="noStrike" cap="none">
                          <a:solidFill>
                            <a:srgbClr val="FF0000"/>
                          </a:solidFill>
                          <a:latin typeface="Trebuchet MS"/>
                          <a:ea typeface="Trebuchet MS"/>
                          <a:cs typeface="Trebuchet MS"/>
                          <a:sym typeface="Trebuchet MS"/>
                        </a:rPr>
                        <a:t>(THIS SIDEBAR WILL NOT PRINT)</a:t>
                      </a:r>
                      <a:endParaRPr sz="36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r>
              <a:tr h="4206625">
                <a:tc gridSpan="2">
                  <a:txBody>
                    <a:bodyPr/>
                    <a:lstStyle/>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This PowerPoint template produces a </a:t>
                      </a:r>
                      <a:r>
                        <a:rPr lang="en-US" sz="2000" i="0" u="none" strike="noStrike" cap="none">
                          <a:solidFill>
                            <a:srgbClr val="FFC000"/>
                          </a:solidFill>
                          <a:latin typeface="Arial"/>
                          <a:ea typeface="Arial"/>
                          <a:cs typeface="Arial"/>
                          <a:sym typeface="Arial"/>
                        </a:rPr>
                        <a:t>36"x48" </a:t>
                      </a:r>
                      <a:r>
                        <a:rPr lang="en-US" sz="20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the  </a:t>
                      </a:r>
                      <a:r>
                        <a:rPr lang="en-US" sz="2000" i="0" u="none" strike="noStrike" cap="none">
                          <a:solidFill>
                            <a:srgbClr val="FFC000"/>
                          </a:solidFill>
                          <a:latin typeface="Arial"/>
                          <a:ea typeface="Arial"/>
                          <a:cs typeface="Arial"/>
                          <a:sym typeface="Arial"/>
                        </a:rPr>
                        <a:t>HELP DESK</a:t>
                      </a:r>
                      <a:r>
                        <a:rPr lang="en-US" sz="2000" i="0" u="none" strike="noStrike" cap="none">
                          <a:solidFill>
                            <a:srgbClr val="D9D9D9"/>
                          </a:solidFill>
                          <a:latin typeface="Arial"/>
                          <a:ea typeface="Arial"/>
                          <a:cs typeface="Arial"/>
                          <a:sym typeface="Arial"/>
                        </a:rPr>
                        <a:t> tab.</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To print your poster using our same-day professional printing service,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a:t>
                      </a:r>
                      <a:r>
                        <a:rPr lang="en-US" sz="2000" i="0" u="none" strike="noStrike" cap="none">
                          <a:solidFill>
                            <a:srgbClr val="FFC000"/>
                          </a:solidFill>
                          <a:latin typeface="Arial"/>
                          <a:ea typeface="Arial"/>
                          <a:cs typeface="Arial"/>
                          <a:sym typeface="Arial"/>
                        </a:rPr>
                        <a:t>Order your poster</a:t>
                      </a:r>
                      <a:r>
                        <a:rPr lang="en-US" sz="2000" i="0" u="none" strike="noStrike" cap="none">
                          <a:solidFill>
                            <a:srgbClr val="D9D9D9"/>
                          </a:solidFill>
                          <a:latin typeface="Arial"/>
                          <a:ea typeface="Arial"/>
                          <a:cs typeface="Arial"/>
                          <a:sym typeface="Arial"/>
                        </a:rPr>
                        <a:t>".</a:t>
                      </a:r>
                      <a:endParaRPr sz="20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r>
              <a:tr h="4572425">
                <a:tc>
                  <a:txBody>
                    <a:bodyPr/>
                    <a:lstStyle/>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This is a template for a </a:t>
                      </a:r>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presentation poster</a:t>
                      </a:r>
                      <a:br>
                        <a:rPr lang="en-US" sz="2000" u="none" strike="noStrike" cap="none">
                          <a:solidFill>
                            <a:schemeClr val="lt1"/>
                          </a:solidFill>
                          <a:latin typeface="Arial"/>
                          <a:ea typeface="Arial"/>
                          <a:cs typeface="Arial"/>
                          <a:sym typeface="Arial"/>
                        </a:rPr>
                      </a:br>
                      <a:r>
                        <a:rPr lang="en-US" sz="3600" b="1" u="none" strike="noStrike" cap="none">
                          <a:solidFill>
                            <a:srgbClr val="FFC000"/>
                          </a:solidFill>
                          <a:latin typeface="Arial"/>
                          <a:ea typeface="Arial"/>
                          <a:cs typeface="Arial"/>
                          <a:sym typeface="Arial"/>
                        </a:rPr>
                        <a:t>36 inches tall</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by</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48 inches wide</a:t>
                      </a:r>
                      <a:r>
                        <a:rPr lang="en-US" sz="2000" u="none" strike="noStrike" cap="none">
                          <a:solidFill>
                            <a:schemeClr val="lt1"/>
                          </a:solidFill>
                          <a:latin typeface="Arial"/>
                          <a:ea typeface="Arial"/>
                          <a:cs typeface="Arial"/>
                          <a:sym typeface="Arial"/>
                        </a:rPr>
                        <a:t/>
                      </a:r>
                      <a:br>
                        <a:rPr lang="en-US" sz="2000" u="none" strike="noStrike" cap="none">
                          <a:solidFill>
                            <a:schemeClr val="lt1"/>
                          </a:solidFill>
                          <a:latin typeface="Arial"/>
                          <a:ea typeface="Arial"/>
                          <a:cs typeface="Arial"/>
                          <a:sym typeface="Arial"/>
                        </a:rPr>
                      </a:br>
                      <a:endParaRPr sz="2000" u="none" strike="noStrike" cap="none">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Important: Check the template size</a:t>
                      </a:r>
                      <a:r>
                        <a:rPr lang="en-US" sz="2000" b="0" u="none" strike="noStrike" cap="none">
                          <a:solidFill>
                            <a:srgbClr val="FFC000"/>
                          </a:solidFill>
                          <a:latin typeface="Arial"/>
                          <a:ea typeface="Arial"/>
                          <a:cs typeface="Arial"/>
                          <a:sym typeface="Arial"/>
                        </a:rPr>
                        <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2000" b="0" u="none" strike="noStrike" cap="none">
                          <a:solidFill>
                            <a:srgbClr val="D9D9D9"/>
                          </a:solidFill>
                          <a:latin typeface="Arial"/>
                          <a:ea typeface="Arial"/>
                          <a:cs typeface="Arial"/>
                          <a:sym typeface="Arial"/>
                        </a:rPr>
                      </a:br>
                      <a:r>
                        <a:rPr lang="en-US" sz="2000" b="0" u="none" strike="noStrike" cap="none">
                          <a:solidFill>
                            <a:srgbClr val="D9D9D9"/>
                          </a:solidFill>
                          <a:latin typeface="Arial"/>
                          <a:ea typeface="Arial"/>
                          <a:cs typeface="Arial"/>
                          <a:sym typeface="Arial"/>
                        </a:rPr>
                        <a:t>This template can also be printed at the following sizes without distortion and without any additional formatting:</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30 tall x 40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42 tall x 56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48 tall x 64 wide</a:t>
                      </a:r>
                      <a:endParaRPr/>
                    </a:p>
                  </a:txBody>
                  <a:tcPr marL="182875" marR="91450" marT="137150" marB="45725">
                    <a:solidFill>
                      <a:srgbClr val="010101"/>
                    </a:solidFill>
                  </a:tcPr>
                </a:tc>
              </a:tr>
              <a:tr h="428870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How to </a:t>
                      </a:r>
                      <a:r>
                        <a:rPr lang="en-US" sz="4000" b="1">
                          <a:solidFill>
                            <a:srgbClr val="FFC000"/>
                          </a:solidFill>
                          <a:latin typeface="Arial"/>
                          <a:ea typeface="Arial"/>
                          <a:cs typeface="Arial"/>
                          <a:sym typeface="Arial"/>
                        </a:rPr>
                        <a:t>Zoom in </a:t>
                      </a:r>
                      <a:r>
                        <a:rPr lang="en-US" sz="2400" b="1">
                          <a:solidFill>
                            <a:srgbClr val="FFC000"/>
                          </a:solidFill>
                          <a:latin typeface="Arial"/>
                          <a:ea typeface="Arial"/>
                          <a:cs typeface="Arial"/>
                          <a:sym typeface="Arial"/>
                        </a:rPr>
                        <a:t>and </a:t>
                      </a:r>
                      <a:r>
                        <a:rPr lang="en-US" sz="1800" b="1">
                          <a:solidFill>
                            <a:srgbClr val="FFC000"/>
                          </a:solidFill>
                          <a:latin typeface="Arial"/>
                          <a:ea typeface="Arial"/>
                          <a:cs typeface="Arial"/>
                          <a:sym typeface="Arial"/>
                        </a:rPr>
                        <a:t>out</a:t>
                      </a:r>
                      <a:endParaRPr sz="2400" b="1">
                        <a:solidFill>
                          <a:srgbClr val="FFC000"/>
                        </a:solidFill>
                        <a:latin typeface="Arial"/>
                        <a:ea typeface="Arial"/>
                        <a:cs typeface="Arial"/>
                        <a:sym typeface="Arial"/>
                      </a:endParaRPr>
                    </a:p>
                    <a:p>
                      <a:pPr marL="0" marR="0" lvl="0" indent="0" algn="l" rtl="0">
                        <a:spcBef>
                          <a:spcPts val="0"/>
                        </a:spcBef>
                        <a:spcAft>
                          <a:spcPts val="0"/>
                        </a:spcAft>
                        <a:buNone/>
                      </a:pPr>
                      <a:r>
                        <a:rPr lang="en-US" sz="2000" b="0">
                          <a:solidFill>
                            <a:srgbClr val="D9D9D9"/>
                          </a:solidFill>
                          <a:latin typeface="Arial"/>
                          <a:ea typeface="Arial"/>
                          <a:cs typeface="Arial"/>
                          <a:sym typeface="Arial"/>
                        </a:rPr>
                        <a:t>Use the PowerPoint zoom tool to adjust the screen magnification to view comfortably. PowerPoint provides 2 ways to zoom: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1. </a:t>
                      </a:r>
                      <a:r>
                        <a:rPr lang="en-US" sz="2000" b="0">
                          <a:solidFill>
                            <a:srgbClr val="D9D9D9"/>
                          </a:solidFill>
                          <a:latin typeface="Arial"/>
                          <a:ea typeface="Arial"/>
                          <a:cs typeface="Arial"/>
                          <a:sym typeface="Arial"/>
                        </a:rPr>
                        <a:t>On the top menu bar click on the VIEW tab and then click on ZOOM. Choose the zoom percentage that works best for you.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2. </a:t>
                      </a:r>
                      <a:r>
                        <a:rPr lang="en-US" sz="2000" b="0">
                          <a:solidFill>
                            <a:srgbClr val="D9D9D9"/>
                          </a:solidFill>
                          <a:latin typeface="Arial"/>
                          <a:ea typeface="Arial"/>
                          <a:cs typeface="Arial"/>
                          <a:sym typeface="Arial"/>
                        </a:rPr>
                        <a:t>For better zoom flexibility, use the zoom slider at the bottom right of the window.</a:t>
                      </a:r>
                      <a:endParaRPr/>
                    </a:p>
                  </a:txBody>
                  <a:tcPr marL="182875" marR="91450" marT="137150" marB="45725">
                    <a:solidFill>
                      <a:srgbClr val="010101"/>
                    </a:solidFill>
                  </a:tcPr>
                </a:tc>
              </a:tr>
              <a:tr h="180052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Ruler and Guides</a:t>
                      </a:r>
                      <a:r>
                        <a:rPr lang="en-US" sz="2000" b="0">
                          <a:solidFill>
                            <a:srgbClr val="FFC000"/>
                          </a:solidFill>
                          <a:latin typeface="Arial"/>
                          <a:ea typeface="Arial"/>
                          <a:cs typeface="Arial"/>
                          <a:sym typeface="Arial"/>
                        </a:rPr>
                        <a:t/>
                      </a:r>
                      <a:br>
                        <a:rPr lang="en-US" sz="2000" b="0">
                          <a:solidFill>
                            <a:srgbClr val="FFC000"/>
                          </a:solidFill>
                          <a:latin typeface="Arial"/>
                          <a:ea typeface="Arial"/>
                          <a:cs typeface="Arial"/>
                          <a:sym typeface="Arial"/>
                        </a:rPr>
                      </a:br>
                      <a:r>
                        <a:rPr lang="en-US" sz="2000" b="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L="91450" marR="91450" marT="45725" marB="45725">
                    <a:solidFill>
                      <a:srgbClr val="010101"/>
                    </a:solidFill>
                  </a:tcPr>
                </a:tc>
                <a:tc hMerge="1">
                  <a:txBody>
                    <a:bodyPr/>
                    <a:lstStyle/>
                    <a:p>
                      <a:endParaRPr lang="en-US"/>
                    </a:p>
                  </a:txBody>
                  <a:tcPr/>
                </a:tc>
              </a:tr>
              <a:tr h="382435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1" indent="0" algn="l" rtl="0">
                        <a:spcBef>
                          <a:spcPts val="0"/>
                        </a:spcBef>
                        <a:spcAft>
                          <a:spcPts val="0"/>
                        </a:spcAft>
                        <a:buNone/>
                      </a:pPr>
                      <a:r>
                        <a:rPr lang="en-US" sz="2400" b="1" u="none" strike="noStrike" cap="none">
                          <a:solidFill>
                            <a:srgbClr val="FFC000"/>
                          </a:solidFill>
                          <a:latin typeface="Arial"/>
                          <a:ea typeface="Arial"/>
                          <a:cs typeface="Arial"/>
                          <a:sym typeface="Arial"/>
                        </a:rPr>
                        <a:t>Headers and text containers</a:t>
                      </a:r>
                      <a:r>
                        <a:rPr lang="en-US" sz="2000" b="0" u="none" strike="noStrike" cap="none">
                          <a:solidFill>
                            <a:schemeClr val="lt1"/>
                          </a:solidFill>
                          <a:latin typeface="Arial"/>
                          <a:ea typeface="Arial"/>
                          <a:cs typeface="Arial"/>
                          <a:sym typeface="Arial"/>
                        </a:rPr>
                        <a:t/>
                      </a:r>
                      <a:br>
                        <a:rPr lang="en-US" sz="2000" b="0" u="none" strike="noStrike" cap="none">
                          <a:solidFill>
                            <a:schemeClr val="lt1"/>
                          </a:solidFill>
                          <a:latin typeface="Arial"/>
                          <a:ea typeface="Arial"/>
                          <a:cs typeface="Arial"/>
                          <a:sym typeface="Arial"/>
                        </a:rPr>
                      </a:br>
                      <a:r>
                        <a:rPr lang="en-US" sz="2000" b="0" u="none" strike="noStrike" cap="none">
                          <a:solidFill>
                            <a:srgbClr val="D9D9D9"/>
                          </a:solidFill>
                          <a:latin typeface="Arial"/>
                          <a:ea typeface="Arial"/>
                          <a:cs typeface="Arial"/>
                          <a:sym typeface="Arial"/>
                        </a:rPr>
                        <a:t>Included in this template are commonly used section headers such as Abstract, Objectives, Methods, Results, etc. </a:t>
                      </a:r>
                      <a:r>
                        <a:rPr lang="en-US" sz="2000" b="0" u="none" strike="noStrike" cap="none">
                          <a:solidFill>
                            <a:schemeClr val="lt1"/>
                          </a:solidFill>
                          <a:latin typeface="Arial"/>
                          <a:ea typeface="Arial"/>
                          <a:cs typeface="Arial"/>
                          <a:sym typeface="Arial"/>
                        </a:rPr>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Click inside a section header to add its text. </a:t>
                      </a:r>
                      <a:r>
                        <a:rPr lang="en-US" sz="2000" b="0" u="none" strike="noStrike" cap="none">
                          <a:solidFill>
                            <a:schemeClr val="lt1"/>
                          </a:solidFill>
                          <a:latin typeface="Arial"/>
                          <a:ea typeface="Arial"/>
                          <a:cs typeface="Arial"/>
                          <a:sym typeface="Arial"/>
                        </a:rPr>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add another header, click on edge of the section box so that it is outlined. Copy and paste it. </a:t>
                      </a:r>
                      <a:r>
                        <a:rPr lang="en-US" sz="2000" b="0" u="none" strike="noStrike" cap="none">
                          <a:solidFill>
                            <a:schemeClr val="lt1"/>
                          </a:solidFill>
                          <a:latin typeface="Arial"/>
                          <a:ea typeface="Arial"/>
                          <a:cs typeface="Arial"/>
                          <a:sym typeface="Arial"/>
                        </a:rPr>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increase its size, click on the white circles and expand to the the desired size.</a:t>
                      </a:r>
                      <a:endParaRPr/>
                    </a:p>
                  </a:txBody>
                  <a:tcPr marL="182875" marR="91450" marT="137150" marB="45725">
                    <a:solidFill>
                      <a:srgbClr val="010101"/>
                    </a:solidFill>
                  </a:tcPr>
                </a:tc>
              </a:tr>
              <a:tr h="3519125">
                <a:tc gridSpan="2">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Adding content to the poster</a:t>
                      </a:r>
                      <a:endParaRPr/>
                    </a:p>
                    <a:p>
                      <a:pPr marL="0" marR="0" lvl="0" indent="0" algn="l" rtl="0">
                        <a:spcBef>
                          <a:spcPts val="0"/>
                        </a:spcBef>
                        <a:spcAft>
                          <a:spcPts val="0"/>
                        </a:spcAft>
                        <a:buNone/>
                      </a:pPr>
                      <a:r>
                        <a:rPr lang="en-US" sz="20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marL="342900" marR="0" lvl="0" indent="-342900" algn="l" rtl="0">
                        <a:spcBef>
                          <a:spcPts val="0"/>
                        </a:spcBef>
                        <a:spcAft>
                          <a:spcPts val="0"/>
                        </a:spcAft>
                        <a:buClr>
                          <a:srgbClr val="D9D9D9"/>
                        </a:buClr>
                        <a:buSzPts val="2000"/>
                        <a:buFont typeface="Arial"/>
                        <a:buChar char="-"/>
                      </a:pPr>
                      <a:r>
                        <a:rPr lang="en-US" sz="20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US"/>
                    </a:p>
                  </a:txBody>
                  <a:tcPr/>
                </a:tc>
              </a:tr>
              <a:tr h="2377650">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Photos</a:t>
                      </a:r>
                      <a:endParaRPr/>
                    </a:p>
                    <a:p>
                      <a:pPr marL="0" marR="0" lvl="0" indent="0" algn="l" rtl="0">
                        <a:lnSpc>
                          <a:spcPct val="100000"/>
                        </a:lnSpc>
                        <a:spcBef>
                          <a:spcPts val="0"/>
                        </a:spcBef>
                        <a:spcAft>
                          <a:spcPts val="0"/>
                        </a:spcAft>
                        <a:buClr>
                          <a:srgbClr val="D9D9D9"/>
                        </a:buClr>
                        <a:buSzPts val="2000"/>
                        <a:buFont typeface="Arial"/>
                        <a:buNone/>
                      </a:pPr>
                      <a:r>
                        <a:rPr lang="en-US" sz="20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L="182875" marR="91450" marT="137150" marB="45725">
                    <a:solidFill>
                      <a:srgbClr val="010101"/>
                    </a:solidFill>
                  </a:tcPr>
                </a:tc>
                <a:tc hMerge="1">
                  <a:txBody>
                    <a:bodyPr/>
                    <a:lstStyle/>
                    <a:p>
                      <a:endParaRPr lang="en-US"/>
                    </a:p>
                  </a:txBody>
                  <a:tcPr/>
                </a:tc>
              </a:tr>
              <a:tr h="2293175">
                <a:tc gridSpan="2">
                  <a:txBody>
                    <a:bodyPr/>
                    <a:lstStyle/>
                    <a:p>
                      <a:pPr marL="0" marR="0" lvl="0" indent="0" algn="l" rtl="0">
                        <a:spcBef>
                          <a:spcPts val="0"/>
                        </a:spcBef>
                        <a:spcAft>
                          <a:spcPts val="0"/>
                        </a:spcAft>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tr>
              <a:tr h="128027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Quality check your graphics</a:t>
                      </a:r>
                      <a:endParaRPr/>
                    </a:p>
                    <a:p>
                      <a:pPr marL="0" marR="0" lvl="0" indent="0" algn="l" rtl="0">
                        <a:lnSpc>
                          <a:spcPct val="100000"/>
                        </a:lnSpc>
                        <a:spcBef>
                          <a:spcPts val="0"/>
                        </a:spcBef>
                        <a:spcAft>
                          <a:spcPts val="0"/>
                        </a:spcAft>
                        <a:buClr>
                          <a:srgbClr val="D9D9D9"/>
                        </a:buClr>
                        <a:buSzPts val="2000"/>
                        <a:buFont typeface="Arial"/>
                        <a:buNone/>
                      </a:pPr>
                      <a:r>
                        <a:rPr lang="en-US" sz="2000">
                          <a:solidFill>
                            <a:srgbClr val="D9D9D9"/>
                          </a:solidFill>
                          <a:latin typeface="Arial"/>
                          <a:ea typeface="Arial"/>
                          <a:cs typeface="Arial"/>
                          <a:sym typeface="Arial"/>
                        </a:rPr>
                        <a:t>Zoom in and look at your images at 100%-200% magnification. If they look clear, they will print well. </a:t>
                      </a:r>
                      <a:endParaRPr/>
                    </a:p>
                  </a:txBody>
                  <a:tcPr marL="182875" marR="91450" marT="137150" marB="45725">
                    <a:solidFill>
                      <a:srgbClr val="010101"/>
                    </a:solidFill>
                  </a:tcPr>
                </a:tc>
                <a:tc hMerge="1">
                  <a:txBody>
                    <a:bodyPr/>
                    <a:lstStyle/>
                    <a:p>
                      <a:endParaRPr lang="en-US"/>
                    </a:p>
                  </a:txBody>
                  <a:tcPr/>
                </a:tc>
              </a:tr>
              <a:tr h="3187275">
                <a:tc gridSpan="2">
                  <a:txBody>
                    <a:bodyPr/>
                    <a:lstStyle/>
                    <a:p>
                      <a:pPr marL="0" marR="0" lvl="0" indent="0" algn="l" rtl="0">
                        <a:lnSpc>
                          <a:spcPct val="100000"/>
                        </a:lnSpc>
                        <a:spcBef>
                          <a:spcPts val="0"/>
                        </a:spcBef>
                        <a:spcAft>
                          <a:spcPts val="0"/>
                        </a:spcAft>
                        <a:buClr>
                          <a:schemeClr val="dk1"/>
                        </a:buClr>
                        <a:buSzPts val="2000"/>
                        <a:buFont typeface="Calibri"/>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tr>
            </a:tbl>
          </a:graphicData>
        </a:graphic>
      </p:graphicFrame>
      <p:graphicFrame>
        <p:nvGraphicFramePr>
          <p:cNvPr id="19" name="Google Shape;19;p2"/>
          <p:cNvGraphicFramePr/>
          <p:nvPr/>
        </p:nvGraphicFramePr>
        <p:xfrm>
          <a:off x="44695229" y="-84749"/>
          <a:ext cx="9430175" cy="33075050"/>
        </p:xfrm>
        <a:graphic>
          <a:graphicData uri="http://schemas.openxmlformats.org/drawingml/2006/table">
            <a:tbl>
              <a:tblPr firstRow="1" bandRow="1">
                <a:noFill/>
                <a:tableStyleId>{458720B3-81D1-4C08-BEED-F924BB8679F6}</a:tableStyleId>
              </a:tblPr>
              <a:tblGrid>
                <a:gridCol w="3343825"/>
                <a:gridCol w="1381550"/>
                <a:gridCol w="4704800"/>
              </a:tblGrid>
              <a:tr h="1756425">
                <a:tc gridSpan="3">
                  <a:txBody>
                    <a:bodyPr/>
                    <a:lstStyle/>
                    <a:p>
                      <a:pPr marL="0" marR="0" lvl="0" indent="0" algn="ctr" rtl="0">
                        <a:lnSpc>
                          <a:spcPct val="100000"/>
                        </a:lnSpc>
                        <a:spcBef>
                          <a:spcPts val="0"/>
                        </a:spcBef>
                        <a:spcAft>
                          <a:spcPts val="0"/>
                        </a:spcAft>
                        <a:buClr>
                          <a:srgbClr val="1F3A4E"/>
                        </a:buClr>
                        <a:buSzPts val="4000"/>
                        <a:buFont typeface="Arial Black"/>
                        <a:buNone/>
                      </a:pPr>
                      <a:r>
                        <a:rPr lang="en-US" sz="4000" b="0">
                          <a:solidFill>
                            <a:srgbClr val="1F3A4E"/>
                          </a:solidFill>
                          <a:latin typeface="Arial Black"/>
                          <a:ea typeface="Arial Black"/>
                          <a:cs typeface="Arial Black"/>
                          <a:sym typeface="Arial Black"/>
                        </a:rPr>
                        <a:t>QUICK START GUIDE</a:t>
                      </a:r>
                      <a:br>
                        <a:rPr lang="en-US" sz="4000" b="0">
                          <a:solidFill>
                            <a:srgbClr val="1F3A4E"/>
                          </a:solidFill>
                          <a:latin typeface="Arial Black"/>
                          <a:ea typeface="Arial Black"/>
                          <a:cs typeface="Arial Black"/>
                          <a:sym typeface="Arial Black"/>
                        </a:rPr>
                      </a:br>
                      <a:r>
                        <a:rPr lang="en-US" sz="3200" b="1">
                          <a:solidFill>
                            <a:srgbClr val="FF0000"/>
                          </a:solidFill>
                          <a:latin typeface="Trebuchet MS"/>
                          <a:ea typeface="Trebuchet MS"/>
                          <a:cs typeface="Trebuchet MS"/>
                          <a:sym typeface="Trebuchet MS"/>
                        </a:rPr>
                        <a:t>(THIS SIDEBAR WILL NOT PRINT)</a:t>
                      </a:r>
                      <a:endParaRPr sz="4000" b="1">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c hMerge="1">
                  <a:txBody>
                    <a:bodyPr/>
                    <a:lstStyle/>
                    <a:p>
                      <a:endParaRPr lang="en-US"/>
                    </a:p>
                  </a:txBody>
                  <a:tcPr/>
                </a:tc>
              </a:tr>
              <a:tr h="5563100">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template colors</a:t>
                      </a:r>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a:solidFill>
                            <a:srgbClr val="FFC000"/>
                          </a:solidFill>
                          <a:hlinkClick r:id="rId1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https://www.posterpresentations.com/how-to-change-the-research-poster-template-colors.html</a:t>
                      </a:r>
                      <a:endParaRPr sz="2400">
                        <a:solidFill>
                          <a:srgbClr val="FFC000"/>
                        </a:solidFill>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tr>
              <a:tr h="3667725">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column layout configuration</a:t>
                      </a:r>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You can see a tutorial here: </a:t>
                      </a:r>
                      <a:r>
                        <a:rPr lang="en-US" sz="2400" u="sng">
                          <a:solidFill>
                            <a:srgbClr val="FFC000"/>
                          </a:solidFill>
                          <a:latin typeface="Arial"/>
                          <a:ea typeface="Arial"/>
                          <a:cs typeface="Arial"/>
                          <a:sym typeface="Arial"/>
                        </a:rPr>
                        <a:t>https://www.posterpresentations.com/how-to-change-the-column-configuration.html</a:t>
                      </a:r>
                      <a:endParaRPr sz="6480" u="sng">
                        <a:solidFill>
                          <a:srgbClr val="FFC000"/>
                        </a:solidFill>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tr>
              <a:tr h="517707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tc>
                <a:tc hMerge="1">
                  <a:txBody>
                    <a:bodyPr/>
                    <a:lstStyle/>
                    <a:p>
                      <a:endParaRPr lang="en-US"/>
                    </a:p>
                  </a:txBody>
                  <a:tcPr/>
                </a:tc>
                <a:tc rowSpan="2">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hide the QUICK START GUIDE bars from the sides of the template</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The Quick Start Guides </a:t>
                      </a:r>
                      <a:r>
                        <a:rPr lang="en-US" sz="2400" u="sng">
                          <a:solidFill>
                            <a:srgbClr val="D9D9D9"/>
                          </a:solidFill>
                          <a:latin typeface="Arial"/>
                          <a:ea typeface="Arial"/>
                          <a:cs typeface="Arial"/>
                          <a:sym typeface="Arial"/>
                        </a:rPr>
                        <a:t>are outside the template’s printable area</a:t>
                      </a:r>
                      <a:r>
                        <a:rPr lang="en-US" sz="2400">
                          <a:solidFill>
                            <a:srgbClr val="D9D9D9"/>
                          </a:solidFill>
                          <a:latin typeface="Arial"/>
                          <a:ea typeface="Arial"/>
                          <a:cs typeface="Arial"/>
                          <a:sym typeface="Arial"/>
                        </a:rPr>
                        <a:t> and they will not be on the printed poster. </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create a PDF file from your template, the guides will not be included.</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To hide the guides click on the </a:t>
                      </a:r>
                      <a:r>
                        <a:rPr lang="en-US" sz="2400" b="1">
                          <a:solidFill>
                            <a:srgbClr val="D9D9D9"/>
                          </a:solidFill>
                          <a:latin typeface="Arial"/>
                          <a:ea typeface="Arial"/>
                          <a:cs typeface="Arial"/>
                          <a:sym typeface="Arial"/>
                        </a:rPr>
                        <a:t>Home</a:t>
                      </a:r>
                      <a:r>
                        <a:rPr lang="en-US" sz="2400">
                          <a:solidFill>
                            <a:srgbClr val="D9D9D9"/>
                          </a:solidFill>
                          <a:latin typeface="Arial"/>
                          <a:ea typeface="Arial"/>
                          <a:cs typeface="Arial"/>
                          <a:sym typeface="Arial"/>
                        </a:rPr>
                        <a:t> tab (top of the screen) and then click on the </a:t>
                      </a:r>
                      <a:r>
                        <a:rPr lang="en-US" sz="2400" b="1">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 button below to see the available layouts. Choose the </a:t>
                      </a:r>
                      <a:r>
                        <a:rPr lang="en-US" sz="2400" b="1">
                          <a:solidFill>
                            <a:srgbClr val="D9D9D9"/>
                          </a:solidFill>
                          <a:latin typeface="Arial"/>
                          <a:ea typeface="Arial"/>
                          <a:cs typeface="Arial"/>
                          <a:sym typeface="Arial"/>
                        </a:rPr>
                        <a:t>Without Guides </a:t>
                      </a:r>
                      <a:r>
                        <a:rPr lang="en-US" sz="2400" b="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a:t>
                      </a: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tr>
              <a:tr h="288832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c vMerge="1">
                  <a:txBody>
                    <a:bodyPr/>
                    <a:lstStyle/>
                    <a:p>
                      <a:endParaRPr lang="en-US"/>
                    </a:p>
                  </a:txBody>
                  <a:tcPr/>
                </a:tc>
              </a:tr>
              <a:tr h="3781425">
                <a:tc gridSpan="2">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preview your poster prior to printing</a:t>
                      </a:r>
                      <a:endParaRPr sz="2800" b="1">
                        <a:solidFill>
                          <a:srgbClr val="FFC000"/>
                        </a:solidFill>
                        <a:latin typeface="Arial"/>
                        <a:ea typeface="Arial"/>
                        <a:cs typeface="Arial"/>
                        <a:sym typeface="Arial"/>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preview your poster at any time by pressing the </a:t>
                      </a:r>
                      <a:r>
                        <a:rPr lang="en-US" sz="2400">
                          <a:solidFill>
                            <a:srgbClr val="FFC000"/>
                          </a:solidFill>
                          <a:latin typeface="Arial"/>
                          <a:ea typeface="Arial"/>
                          <a:cs typeface="Arial"/>
                          <a:sym typeface="Arial"/>
                        </a:rPr>
                        <a:t>F5 key</a:t>
                      </a:r>
                      <a:r>
                        <a:rPr lang="en-US" sz="2400">
                          <a:solidFill>
                            <a:srgbClr val="D9D9D9"/>
                          </a:solidFill>
                          <a:latin typeface="Arial"/>
                          <a:ea typeface="Arial"/>
                          <a:cs typeface="Arial"/>
                          <a:sym typeface="Arial"/>
                        </a:rPr>
                        <a:t> on your keyboard. You will see on the screen what's on your poster and how it should look when printed. Press the </a:t>
                      </a:r>
                      <a:r>
                        <a:rPr lang="en-US" sz="2400">
                          <a:solidFill>
                            <a:srgbClr val="FFC000"/>
                          </a:solidFill>
                          <a:latin typeface="Arial"/>
                          <a:ea typeface="Arial"/>
                          <a:cs typeface="Arial"/>
                          <a:sym typeface="Arial"/>
                        </a:rPr>
                        <a:t>ESC key </a:t>
                      </a:r>
                      <a:r>
                        <a:rPr lang="en-US" sz="2400">
                          <a:solidFill>
                            <a:srgbClr val="D9D9D9"/>
                          </a:solidFill>
                          <a:latin typeface="Arial"/>
                          <a:ea typeface="Arial"/>
                          <a:cs typeface="Arial"/>
                          <a:sym typeface="Arial"/>
                        </a:rPr>
                        <a:t>to exit Preview.</a:t>
                      </a:r>
                      <a:endParaRPr/>
                    </a:p>
                  </a:txBody>
                  <a:tcPr marL="182875" marR="91450" marT="137150" marB="45725">
                    <a:solidFill>
                      <a:srgbClr val="010101"/>
                    </a:solidFill>
                  </a:tcPr>
                </a:tc>
                <a:tc hMerge="1">
                  <a:txBody>
                    <a:bodyPr/>
                    <a:lstStyle/>
                    <a:p>
                      <a:endParaRPr lang="en-US"/>
                    </a:p>
                  </a:txBody>
                  <a:tcPr/>
                </a:tc>
                <a:tc>
                  <a:txBody>
                    <a:bodyPr/>
                    <a:lstStyle/>
                    <a:p>
                      <a:pPr marL="0" marR="0" lvl="0" indent="0" algn="ctr" rtl="0">
                        <a:spcBef>
                          <a:spcPts val="0"/>
                        </a:spcBef>
                        <a:spcAft>
                          <a:spcPts val="0"/>
                        </a:spcAft>
                        <a:buNone/>
                      </a:pPr>
                      <a:r>
                        <a:rPr lang="en-US" sz="11500" b="1">
                          <a:solidFill>
                            <a:srgbClr val="D9D9D9"/>
                          </a:solidFill>
                          <a:latin typeface="Arial"/>
                          <a:ea typeface="Arial"/>
                          <a:cs typeface="Arial"/>
                          <a:sym typeface="Arial"/>
                        </a:rPr>
                        <a:t>F5</a:t>
                      </a:r>
                      <a:r>
                        <a:rPr lang="en-US" sz="2400">
                          <a:solidFill>
                            <a:srgbClr val="D9D9D9"/>
                          </a:solidFill>
                          <a:latin typeface="Arial"/>
                          <a:ea typeface="Arial"/>
                          <a:cs typeface="Arial"/>
                          <a:sym typeface="Arial"/>
                        </a:rPr>
                        <a:t> </a:t>
                      </a:r>
                      <a:endParaRPr sz="6480"/>
                    </a:p>
                  </a:txBody>
                  <a:tcPr marL="182875" marR="91450" marT="137150" marB="45725" anchor="ctr">
                    <a:solidFill>
                      <a:srgbClr val="0C0C0C"/>
                    </a:solidFill>
                  </a:tcPr>
                </a:tc>
              </a:tr>
              <a:tr h="5674000">
                <a:tc gridSpan="3">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print your poster</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When you are ready to have your poster printed go online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and click on the "</a:t>
                      </a:r>
                      <a:r>
                        <a:rPr lang="en-US" sz="2400">
                          <a:solidFill>
                            <a:srgbClr val="FFC000"/>
                          </a:solidFill>
                          <a:latin typeface="Arial"/>
                          <a:ea typeface="Arial"/>
                          <a:cs typeface="Arial"/>
                          <a:sym typeface="Arial"/>
                        </a:rPr>
                        <a:t>Order Your Poster</a:t>
                      </a:r>
                      <a:r>
                        <a:rPr lang="en-US" sz="2400">
                          <a:solidFill>
                            <a:srgbClr val="D9D9D9"/>
                          </a:solidFill>
                          <a:latin typeface="Arial"/>
                          <a:ea typeface="Arial"/>
                          <a:cs typeface="Arial"/>
                          <a:sym typeface="Arial"/>
                        </a:rPr>
                        <a:t>" button. You can have your poster printed on professional papers, fabric for easy traveling and a variety of other materials.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
                      </a: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Go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for more information.</a:t>
                      </a:r>
                      <a:endParaRPr/>
                    </a:p>
                  </a:txBody>
                  <a:tcPr marL="182875" marR="91450" marT="137150" marB="45725">
                    <a:solidFill>
                      <a:srgbClr val="010101"/>
                    </a:solidFill>
                  </a:tcPr>
                </a:tc>
                <a:tc hMerge="1">
                  <a:txBody>
                    <a:bodyPr/>
                    <a:lstStyle/>
                    <a:p>
                      <a:endParaRPr lang="en-US"/>
                    </a:p>
                  </a:txBody>
                  <a:tcPr/>
                </a:tc>
                <a:tc hMerge="1">
                  <a:txBody>
                    <a:bodyPr/>
                    <a:lstStyle/>
                    <a:p>
                      <a:endParaRPr lang="en-US"/>
                    </a:p>
                  </a:txBody>
                  <a:tcPr/>
                </a:tc>
              </a:tr>
              <a:tr h="1354775">
                <a:tc gridSpan="3">
                  <a:txBody>
                    <a:bodyPr/>
                    <a:lstStyle/>
                    <a:p>
                      <a:pPr marL="0" marR="0" lvl="0" indent="0" algn="l" rtl="0">
                        <a:spcBef>
                          <a:spcPts val="0"/>
                        </a:spcBef>
                        <a:spcAft>
                          <a:spcPts val="0"/>
                        </a:spcAft>
                        <a:buNone/>
                      </a:pPr>
                      <a:endParaRPr sz="2400">
                        <a:solidFill>
                          <a:srgbClr val="1F3A4E"/>
                        </a:solidFill>
                      </a:endParaRPr>
                    </a:p>
                  </a:txBody>
                  <a:tcPr marL="182875" marR="91450" marT="137150" marB="45725"/>
                </a:tc>
                <a:tc hMerge="1">
                  <a:txBody>
                    <a:bodyPr/>
                    <a:lstStyle/>
                    <a:p>
                      <a:endParaRPr lang="en-US"/>
                    </a:p>
                  </a:txBody>
                  <a:tcPr/>
                </a:tc>
                <a:tc hMerge="1">
                  <a:txBody>
                    <a:bodyPr/>
                    <a:lstStyle/>
                    <a:p>
                      <a:endParaRPr lang="en-US"/>
                    </a:p>
                  </a:txBody>
                  <a:tcPr/>
                </a:tc>
              </a:tr>
              <a:tr h="3212200">
                <a:tc>
                  <a:txBody>
                    <a:bodyPr/>
                    <a:lstStyle/>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 2019 PosterPresentations.com</a:t>
                      </a:r>
                      <a:br>
                        <a:rPr lang="en-US" sz="2000">
                          <a:solidFill>
                            <a:srgbClr val="D8D8D8"/>
                          </a:solidFill>
                          <a:latin typeface="Arial"/>
                          <a:ea typeface="Arial"/>
                          <a:cs typeface="Arial"/>
                          <a:sym typeface="Arial"/>
                        </a:rPr>
                      </a:br>
                      <a:r>
                        <a:rPr lang="en-US" sz="2000">
                          <a:solidFill>
                            <a:srgbClr val="D8D8D8"/>
                          </a:solidFill>
                          <a:latin typeface="Arial"/>
                          <a:ea typeface="Arial"/>
                          <a:cs typeface="Arial"/>
                          <a:sym typeface="Arial"/>
                        </a:rPr>
                        <a:t>2117 Fourth Street , STE C        </a:t>
                      </a:r>
                      <a:endParaRPr/>
                    </a:p>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Berkeley CA 94710 USA</a:t>
                      </a:r>
                      <a:endParaRPr sz="2000">
                        <a:solidFill>
                          <a:srgbClr val="D8D8D8"/>
                        </a:solidFill>
                        <a:latin typeface="Arial"/>
                        <a:ea typeface="Arial"/>
                        <a:cs typeface="Arial"/>
                        <a:sym typeface="Arial"/>
                      </a:endParaRPr>
                    </a:p>
                  </a:txBody>
                  <a:tcPr marL="182875" marR="91450" marT="137150" marB="45725">
                    <a:solidFill>
                      <a:srgbClr val="010101"/>
                    </a:solidFill>
                  </a:tcPr>
                </a:tc>
                <a:tc gridSpan="2">
                  <a:txBody>
                    <a:bodyPr/>
                    <a:lstStyle/>
                    <a:p>
                      <a:pPr marL="0" marR="0" lvl="0" indent="0" algn="l" rtl="0">
                        <a:lnSpc>
                          <a:spcPct val="100000"/>
                        </a:lnSpc>
                        <a:spcBef>
                          <a:spcPts val="0"/>
                        </a:spcBef>
                        <a:spcAft>
                          <a:spcPts val="0"/>
                        </a:spcAft>
                        <a:buClr>
                          <a:srgbClr val="D0D0D0"/>
                        </a:buClr>
                        <a:buSzPts val="2400"/>
                        <a:buFont typeface="Arial"/>
                        <a:buNone/>
                      </a:pPr>
                      <a:r>
                        <a:rPr lang="en-US" sz="2400" b="1">
                          <a:solidFill>
                            <a:srgbClr val="D0D0D0"/>
                          </a:solidFill>
                          <a:latin typeface="Arial"/>
                          <a:ea typeface="Arial"/>
                          <a:cs typeface="Arial"/>
                          <a:sym typeface="Arial"/>
                        </a:rPr>
                        <a:t>For complete tutorials visit:</a:t>
                      </a:r>
                      <a:endParaRPr/>
                    </a:p>
                    <a:p>
                      <a:pPr marL="0" marR="0" lvl="0" indent="0" algn="l" rtl="0">
                        <a:lnSpc>
                          <a:spcPct val="100000"/>
                        </a:lnSpc>
                        <a:spcBef>
                          <a:spcPts val="0"/>
                        </a:spcBef>
                        <a:spcAft>
                          <a:spcPts val="0"/>
                        </a:spcAft>
                        <a:buClr>
                          <a:srgbClr val="FFC000"/>
                        </a:buClr>
                        <a:buSzPts val="1800"/>
                        <a:buFont typeface="Arial"/>
                        <a:buNone/>
                      </a:pPr>
                      <a:r>
                        <a:rPr lang="en-US" sz="1800" b="1">
                          <a:solidFill>
                            <a:srgbClr val="FFC000"/>
                          </a:solidFill>
                          <a:latin typeface="Arial"/>
                          <a:ea typeface="Arial"/>
                          <a:cs typeface="Arial"/>
                          <a:sym typeface="Arial"/>
                        </a:rPr>
                        <a:t>https://www.posterpresentations.com/helpdesk.html</a:t>
                      </a:r>
                      <a:endParaRPr sz="1800">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r>
            </a:tbl>
          </a:graphicData>
        </a:graphic>
      </p:graphicFrame>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07"/>
        <p:cNvGrpSpPr/>
        <p:nvPr/>
      </p:nvGrpSpPr>
      <p:grpSpPr>
        <a:xfrm>
          <a:off x="0" y="0"/>
          <a:ext cx="0" cy="0"/>
          <a:chOff x="0" y="0"/>
          <a:chExt cx="0" cy="0"/>
        </a:xfrm>
      </p:grpSpPr>
      <p:sp>
        <p:nvSpPr>
          <p:cNvPr id="108" name="Google Shape;108;p15"/>
          <p:cNvSpPr/>
          <p:nvPr/>
        </p:nvSpPr>
        <p:spPr>
          <a:xfrm>
            <a:off x="0" y="31191530"/>
            <a:ext cx="43891200" cy="1726870"/>
          </a:xfrm>
          <a:prstGeom prst="rect">
            <a:avLst/>
          </a:prstGeom>
          <a:solidFill>
            <a:srgbClr val="204559"/>
          </a:solidFill>
          <a:ln>
            <a:noFill/>
          </a:ln>
        </p:spPr>
        <p:txBody>
          <a:bodyPr spcFirstLastPara="1" wrap="square" lIns="260075" tIns="130025" rIns="260075" bIns="130025" anchor="ctr" anchorCtr="0">
            <a:noAutofit/>
          </a:bodyPr>
          <a:lstStyle/>
          <a:p>
            <a:pPr marL="0" marR="0" lvl="0" indent="0" algn="l" rtl="0">
              <a:spcBef>
                <a:spcPts val="0"/>
              </a:spcBef>
              <a:spcAft>
                <a:spcPts val="0"/>
              </a:spcAft>
              <a:buNone/>
            </a:pPr>
            <a:endParaRPr sz="13978" b="0" i="0" u="none" strike="noStrike" cap="none">
              <a:solidFill>
                <a:schemeClr val="dk1"/>
              </a:solidFill>
              <a:latin typeface="Calibri"/>
              <a:ea typeface="Calibri"/>
              <a:cs typeface="Calibri"/>
              <a:sym typeface="Calibri"/>
            </a:endParaRPr>
          </a:p>
        </p:txBody>
      </p:sp>
      <p:sp>
        <p:nvSpPr>
          <p:cNvPr id="109" name="Google Shape;109;p15"/>
          <p:cNvSpPr/>
          <p:nvPr/>
        </p:nvSpPr>
        <p:spPr>
          <a:xfrm>
            <a:off x="0" y="-15834"/>
            <a:ext cx="43891200" cy="5186922"/>
          </a:xfrm>
          <a:prstGeom prst="rect">
            <a:avLst/>
          </a:prstGeom>
          <a:solidFill>
            <a:srgbClr val="204559"/>
          </a:solidFill>
          <a:ln>
            <a:noFill/>
          </a:ln>
        </p:spPr>
        <p:txBody>
          <a:bodyPr spcFirstLastPara="1" wrap="square" lIns="260075" tIns="130025" rIns="260075" bIns="130025" anchor="ctr" anchorCtr="0">
            <a:noAutofit/>
          </a:bodyPr>
          <a:lstStyle/>
          <a:p>
            <a:pPr marL="0" marR="0" lvl="0" indent="0" algn="l" rtl="0">
              <a:spcBef>
                <a:spcPts val="0"/>
              </a:spcBef>
              <a:spcAft>
                <a:spcPts val="0"/>
              </a:spcAft>
              <a:buNone/>
            </a:pPr>
            <a:endParaRPr sz="13978" b="0" i="0" u="none" strike="noStrike" cap="none">
              <a:solidFill>
                <a:schemeClr val="dk1"/>
              </a:solidFill>
              <a:latin typeface="Calibri"/>
              <a:ea typeface="Calibri"/>
              <a:cs typeface="Calibri"/>
              <a:sym typeface="Calibri"/>
            </a:endParaRPr>
          </a:p>
        </p:txBody>
      </p:sp>
      <p:sp>
        <p:nvSpPr>
          <p:cNvPr id="110" name="Google Shape;110;p15"/>
          <p:cNvSpPr/>
          <p:nvPr/>
        </p:nvSpPr>
        <p:spPr>
          <a:xfrm>
            <a:off x="731517" y="4135663"/>
            <a:ext cx="42428163" cy="27683945"/>
          </a:xfrm>
          <a:prstGeom prst="roundRect">
            <a:avLst>
              <a:gd name="adj" fmla="val 0"/>
            </a:avLst>
          </a:prstGeom>
          <a:solidFill>
            <a:schemeClr val="lt1"/>
          </a:solidFill>
          <a:ln w="19050" cap="flat" cmpd="sng">
            <a:solidFill>
              <a:srgbClr val="204559"/>
            </a:solidFill>
            <a:prstDash val="solid"/>
            <a:round/>
            <a:headEnd type="none" w="sm" len="sm"/>
            <a:tailEnd type="none" w="sm" len="sm"/>
          </a:ln>
          <a:effectLst>
            <a:outerShdw blurRad="355600" sx="101000" sy="101000" algn="ctr" rotWithShape="0">
              <a:srgbClr val="000000">
                <a:alpha val="1686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978" b="0" i="0" u="none" strike="noStrike" cap="none">
              <a:solidFill>
                <a:schemeClr val="lt1"/>
              </a:solidFill>
              <a:latin typeface="Calibri"/>
              <a:ea typeface="Calibri"/>
              <a:cs typeface="Calibri"/>
              <a:sym typeface="Calibri"/>
            </a:endParaRPr>
          </a:p>
        </p:txBody>
      </p:sp>
      <p:sp>
        <p:nvSpPr>
          <p:cNvPr id="111" name="Google Shape;111;p15"/>
          <p:cNvSpPr txBox="1"/>
          <p:nvPr/>
        </p:nvSpPr>
        <p:spPr>
          <a:xfrm>
            <a:off x="731517" y="32054965"/>
            <a:ext cx="2514600" cy="341436"/>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500" b="1" i="0" u="none" strike="noStrike" cap="none">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i="0" u="none" strike="noStrike" cap="none">
                <a:solidFill>
                  <a:srgbClr val="BFBFBF"/>
                </a:solidFill>
                <a:latin typeface="Arial"/>
                <a:ea typeface="Arial"/>
                <a:cs typeface="Arial"/>
                <a:sym typeface="Arial"/>
              </a:rPr>
              <a:t>www.PosterPresentations.com</a:t>
            </a:r>
            <a:endParaRPr/>
          </a:p>
        </p:txBody>
      </p:sp>
      <p:graphicFrame>
        <p:nvGraphicFramePr>
          <p:cNvPr id="112" name="Google Shape;112;p15"/>
          <p:cNvGraphicFramePr/>
          <p:nvPr/>
        </p:nvGraphicFramePr>
        <p:xfrm>
          <a:off x="-10611120" y="14098"/>
          <a:ext cx="3000000" cy="3000000"/>
        </p:xfrm>
        <a:graphic>
          <a:graphicData uri="http://schemas.openxmlformats.org/drawingml/2006/table">
            <a:tbl>
              <a:tblPr firstRow="1" bandRow="1">
                <a:noFill/>
                <a:tableStyleId>{458720B3-81D1-4C08-BEED-F924BB8679F6}</a:tableStyleId>
              </a:tblPr>
              <a:tblGrid>
                <a:gridCol w="4192250"/>
                <a:gridCol w="5584625"/>
              </a:tblGrid>
              <a:tr h="1329125">
                <a:tc gridSpan="2">
                  <a:txBody>
                    <a:bodyPr/>
                    <a:lstStyle/>
                    <a:p>
                      <a:pPr marL="0" marR="0" lvl="0" indent="0" algn="ctr" rtl="0">
                        <a:lnSpc>
                          <a:spcPct val="100000"/>
                        </a:lnSpc>
                        <a:spcBef>
                          <a:spcPts val="0"/>
                        </a:spcBef>
                        <a:spcAft>
                          <a:spcPts val="0"/>
                        </a:spcAft>
                        <a:buClr>
                          <a:srgbClr val="1F3A4E"/>
                        </a:buClr>
                        <a:buSzPts val="3600"/>
                        <a:buFont typeface="Arial Black"/>
                        <a:buNone/>
                      </a:pPr>
                      <a:r>
                        <a:rPr lang="en-US" sz="3600" b="0" u="none" strike="noStrike" cap="none">
                          <a:solidFill>
                            <a:srgbClr val="1F3A4E"/>
                          </a:solidFill>
                          <a:latin typeface="Arial Black"/>
                          <a:ea typeface="Arial Black"/>
                          <a:cs typeface="Arial Black"/>
                          <a:sym typeface="Arial Black"/>
                        </a:rPr>
                        <a:t>QUICK START GUIDE</a:t>
                      </a:r>
                      <a:br>
                        <a:rPr lang="en-US" sz="3600" b="0" u="none" strike="noStrike" cap="none">
                          <a:solidFill>
                            <a:srgbClr val="1F3A4E"/>
                          </a:solidFill>
                          <a:latin typeface="Arial Black"/>
                          <a:ea typeface="Arial Black"/>
                          <a:cs typeface="Arial Black"/>
                          <a:sym typeface="Arial Black"/>
                        </a:rPr>
                      </a:br>
                      <a:r>
                        <a:rPr lang="en-US" sz="2800" b="1" u="none" strike="noStrike" cap="none">
                          <a:solidFill>
                            <a:srgbClr val="FF0000"/>
                          </a:solidFill>
                          <a:latin typeface="Trebuchet MS"/>
                          <a:ea typeface="Trebuchet MS"/>
                          <a:cs typeface="Trebuchet MS"/>
                          <a:sym typeface="Trebuchet MS"/>
                        </a:rPr>
                        <a:t>(THIS SIDEBAR WILL NOT PRINT)</a:t>
                      </a:r>
                      <a:endParaRPr sz="36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r>
              <a:tr h="4206625">
                <a:tc gridSpan="2">
                  <a:txBody>
                    <a:bodyPr/>
                    <a:lstStyle/>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This PowerPoint template produces a </a:t>
                      </a:r>
                      <a:r>
                        <a:rPr lang="en-US" sz="2000" i="0" u="none" strike="noStrike" cap="none">
                          <a:solidFill>
                            <a:srgbClr val="FFC000"/>
                          </a:solidFill>
                          <a:latin typeface="Arial"/>
                          <a:ea typeface="Arial"/>
                          <a:cs typeface="Arial"/>
                          <a:sym typeface="Arial"/>
                        </a:rPr>
                        <a:t>36"x48" </a:t>
                      </a:r>
                      <a:r>
                        <a:rPr lang="en-US" sz="20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the  </a:t>
                      </a:r>
                      <a:r>
                        <a:rPr lang="en-US" sz="2000" i="0" u="none" strike="noStrike" cap="none">
                          <a:solidFill>
                            <a:srgbClr val="FFC000"/>
                          </a:solidFill>
                          <a:latin typeface="Arial"/>
                          <a:ea typeface="Arial"/>
                          <a:cs typeface="Arial"/>
                          <a:sym typeface="Arial"/>
                        </a:rPr>
                        <a:t>HELP DESK</a:t>
                      </a:r>
                      <a:r>
                        <a:rPr lang="en-US" sz="2000" i="0" u="none" strike="noStrike" cap="none">
                          <a:solidFill>
                            <a:srgbClr val="D9D9D9"/>
                          </a:solidFill>
                          <a:latin typeface="Arial"/>
                          <a:ea typeface="Arial"/>
                          <a:cs typeface="Arial"/>
                          <a:sym typeface="Arial"/>
                        </a:rPr>
                        <a:t> tab.</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To print your poster using our same-day professional printing service,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a:t>
                      </a:r>
                      <a:r>
                        <a:rPr lang="en-US" sz="2000" i="0" u="none" strike="noStrike" cap="none">
                          <a:solidFill>
                            <a:srgbClr val="FFC000"/>
                          </a:solidFill>
                          <a:latin typeface="Arial"/>
                          <a:ea typeface="Arial"/>
                          <a:cs typeface="Arial"/>
                          <a:sym typeface="Arial"/>
                        </a:rPr>
                        <a:t>Order your poster</a:t>
                      </a:r>
                      <a:r>
                        <a:rPr lang="en-US" sz="2000" i="0" u="none" strike="noStrike" cap="none">
                          <a:solidFill>
                            <a:srgbClr val="D9D9D9"/>
                          </a:solidFill>
                          <a:latin typeface="Arial"/>
                          <a:ea typeface="Arial"/>
                          <a:cs typeface="Arial"/>
                          <a:sym typeface="Arial"/>
                        </a:rPr>
                        <a:t>".</a:t>
                      </a:r>
                      <a:endParaRPr sz="20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r>
              <a:tr h="4572425">
                <a:tc>
                  <a:txBody>
                    <a:bodyPr/>
                    <a:lstStyle/>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This is a template for a </a:t>
                      </a:r>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presentation poster</a:t>
                      </a:r>
                      <a:br>
                        <a:rPr lang="en-US" sz="2000" u="none" strike="noStrike" cap="none">
                          <a:solidFill>
                            <a:schemeClr val="lt1"/>
                          </a:solidFill>
                          <a:latin typeface="Arial"/>
                          <a:ea typeface="Arial"/>
                          <a:cs typeface="Arial"/>
                          <a:sym typeface="Arial"/>
                        </a:rPr>
                      </a:br>
                      <a:r>
                        <a:rPr lang="en-US" sz="3600" b="1" u="none" strike="noStrike" cap="none">
                          <a:solidFill>
                            <a:srgbClr val="FFC000"/>
                          </a:solidFill>
                          <a:latin typeface="Arial"/>
                          <a:ea typeface="Arial"/>
                          <a:cs typeface="Arial"/>
                          <a:sym typeface="Arial"/>
                        </a:rPr>
                        <a:t>36 inches tall</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by</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48 inches wide</a:t>
                      </a:r>
                      <a:r>
                        <a:rPr lang="en-US" sz="2000" u="none" strike="noStrike" cap="none">
                          <a:solidFill>
                            <a:schemeClr val="lt1"/>
                          </a:solidFill>
                          <a:latin typeface="Arial"/>
                          <a:ea typeface="Arial"/>
                          <a:cs typeface="Arial"/>
                          <a:sym typeface="Arial"/>
                        </a:rPr>
                        <a:t/>
                      </a:r>
                      <a:br>
                        <a:rPr lang="en-US" sz="2000" u="none" strike="noStrike" cap="none">
                          <a:solidFill>
                            <a:schemeClr val="lt1"/>
                          </a:solidFill>
                          <a:latin typeface="Arial"/>
                          <a:ea typeface="Arial"/>
                          <a:cs typeface="Arial"/>
                          <a:sym typeface="Arial"/>
                        </a:rPr>
                      </a:br>
                      <a:endParaRPr sz="2000" u="none" strike="noStrike" cap="none">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Important: Check the template size</a:t>
                      </a:r>
                      <a:r>
                        <a:rPr lang="en-US" sz="2000" b="0" u="none" strike="noStrike" cap="none">
                          <a:solidFill>
                            <a:srgbClr val="FFC000"/>
                          </a:solidFill>
                          <a:latin typeface="Arial"/>
                          <a:ea typeface="Arial"/>
                          <a:cs typeface="Arial"/>
                          <a:sym typeface="Arial"/>
                        </a:rPr>
                        <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2000" b="0" u="none" strike="noStrike" cap="none">
                          <a:solidFill>
                            <a:srgbClr val="D9D9D9"/>
                          </a:solidFill>
                          <a:latin typeface="Arial"/>
                          <a:ea typeface="Arial"/>
                          <a:cs typeface="Arial"/>
                          <a:sym typeface="Arial"/>
                        </a:rPr>
                      </a:br>
                      <a:r>
                        <a:rPr lang="en-US" sz="2000" b="0" u="none" strike="noStrike" cap="none">
                          <a:solidFill>
                            <a:srgbClr val="D9D9D9"/>
                          </a:solidFill>
                          <a:latin typeface="Arial"/>
                          <a:ea typeface="Arial"/>
                          <a:cs typeface="Arial"/>
                          <a:sym typeface="Arial"/>
                        </a:rPr>
                        <a:t>This template can also be printed at the following sizes without distortion and without any additional formatting:</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30 tall x 40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42 tall x 56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48 tall x 64 wide</a:t>
                      </a:r>
                      <a:endParaRPr/>
                    </a:p>
                  </a:txBody>
                  <a:tcPr marL="182875" marR="91450" marT="137150" marB="45725">
                    <a:solidFill>
                      <a:srgbClr val="010101"/>
                    </a:solidFill>
                  </a:tcPr>
                </a:tc>
              </a:tr>
              <a:tr h="428870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How to </a:t>
                      </a:r>
                      <a:r>
                        <a:rPr lang="en-US" sz="4000" b="1">
                          <a:solidFill>
                            <a:srgbClr val="FFC000"/>
                          </a:solidFill>
                          <a:latin typeface="Arial"/>
                          <a:ea typeface="Arial"/>
                          <a:cs typeface="Arial"/>
                          <a:sym typeface="Arial"/>
                        </a:rPr>
                        <a:t>Zoom in </a:t>
                      </a:r>
                      <a:r>
                        <a:rPr lang="en-US" sz="2400" b="1">
                          <a:solidFill>
                            <a:srgbClr val="FFC000"/>
                          </a:solidFill>
                          <a:latin typeface="Arial"/>
                          <a:ea typeface="Arial"/>
                          <a:cs typeface="Arial"/>
                          <a:sym typeface="Arial"/>
                        </a:rPr>
                        <a:t>and </a:t>
                      </a:r>
                      <a:r>
                        <a:rPr lang="en-US" sz="1800" b="1">
                          <a:solidFill>
                            <a:srgbClr val="FFC000"/>
                          </a:solidFill>
                          <a:latin typeface="Arial"/>
                          <a:ea typeface="Arial"/>
                          <a:cs typeface="Arial"/>
                          <a:sym typeface="Arial"/>
                        </a:rPr>
                        <a:t>out</a:t>
                      </a:r>
                      <a:endParaRPr sz="2400" b="1">
                        <a:solidFill>
                          <a:srgbClr val="FFC000"/>
                        </a:solidFill>
                        <a:latin typeface="Arial"/>
                        <a:ea typeface="Arial"/>
                        <a:cs typeface="Arial"/>
                        <a:sym typeface="Arial"/>
                      </a:endParaRPr>
                    </a:p>
                    <a:p>
                      <a:pPr marL="0" marR="0" lvl="0" indent="0" algn="l" rtl="0">
                        <a:spcBef>
                          <a:spcPts val="0"/>
                        </a:spcBef>
                        <a:spcAft>
                          <a:spcPts val="0"/>
                        </a:spcAft>
                        <a:buNone/>
                      </a:pPr>
                      <a:r>
                        <a:rPr lang="en-US" sz="2000" b="0">
                          <a:solidFill>
                            <a:srgbClr val="D9D9D9"/>
                          </a:solidFill>
                          <a:latin typeface="Arial"/>
                          <a:ea typeface="Arial"/>
                          <a:cs typeface="Arial"/>
                          <a:sym typeface="Arial"/>
                        </a:rPr>
                        <a:t>Use the PowerPoint zoom tool to adjust the screen magnification to view comfortably. PowerPoint provides 2 ways to zoom: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1. </a:t>
                      </a:r>
                      <a:r>
                        <a:rPr lang="en-US" sz="2000" b="0">
                          <a:solidFill>
                            <a:srgbClr val="D9D9D9"/>
                          </a:solidFill>
                          <a:latin typeface="Arial"/>
                          <a:ea typeface="Arial"/>
                          <a:cs typeface="Arial"/>
                          <a:sym typeface="Arial"/>
                        </a:rPr>
                        <a:t>On the top menu bar click on the VIEW tab and then click on ZOOM. Choose the zoom percentage that works best for you.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2. </a:t>
                      </a:r>
                      <a:r>
                        <a:rPr lang="en-US" sz="2000" b="0">
                          <a:solidFill>
                            <a:srgbClr val="D9D9D9"/>
                          </a:solidFill>
                          <a:latin typeface="Arial"/>
                          <a:ea typeface="Arial"/>
                          <a:cs typeface="Arial"/>
                          <a:sym typeface="Arial"/>
                        </a:rPr>
                        <a:t>For better zoom flexibility, use the zoom slider at the bottom right of the window.</a:t>
                      </a:r>
                      <a:endParaRPr/>
                    </a:p>
                  </a:txBody>
                  <a:tcPr marL="182875" marR="91450" marT="137150" marB="45725">
                    <a:solidFill>
                      <a:srgbClr val="010101"/>
                    </a:solidFill>
                  </a:tcPr>
                </a:tc>
              </a:tr>
              <a:tr h="180052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Ruler and Guides</a:t>
                      </a:r>
                      <a:r>
                        <a:rPr lang="en-US" sz="2000" b="0">
                          <a:solidFill>
                            <a:srgbClr val="FFC000"/>
                          </a:solidFill>
                          <a:latin typeface="Arial"/>
                          <a:ea typeface="Arial"/>
                          <a:cs typeface="Arial"/>
                          <a:sym typeface="Arial"/>
                        </a:rPr>
                        <a:t/>
                      </a:r>
                      <a:br>
                        <a:rPr lang="en-US" sz="2000" b="0">
                          <a:solidFill>
                            <a:srgbClr val="FFC000"/>
                          </a:solidFill>
                          <a:latin typeface="Arial"/>
                          <a:ea typeface="Arial"/>
                          <a:cs typeface="Arial"/>
                          <a:sym typeface="Arial"/>
                        </a:rPr>
                      </a:br>
                      <a:r>
                        <a:rPr lang="en-US" sz="2000" b="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L="91450" marR="91450" marT="45725" marB="45725">
                    <a:solidFill>
                      <a:srgbClr val="010101"/>
                    </a:solidFill>
                  </a:tcPr>
                </a:tc>
                <a:tc hMerge="1">
                  <a:txBody>
                    <a:bodyPr/>
                    <a:lstStyle/>
                    <a:p>
                      <a:endParaRPr lang="en-US"/>
                    </a:p>
                  </a:txBody>
                  <a:tcPr/>
                </a:tc>
              </a:tr>
              <a:tr h="382435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1" indent="0" algn="l" rtl="0">
                        <a:spcBef>
                          <a:spcPts val="0"/>
                        </a:spcBef>
                        <a:spcAft>
                          <a:spcPts val="0"/>
                        </a:spcAft>
                        <a:buNone/>
                      </a:pPr>
                      <a:r>
                        <a:rPr lang="en-US" sz="2400" b="1" u="none" strike="noStrike" cap="none">
                          <a:solidFill>
                            <a:srgbClr val="FFC000"/>
                          </a:solidFill>
                          <a:latin typeface="Arial"/>
                          <a:ea typeface="Arial"/>
                          <a:cs typeface="Arial"/>
                          <a:sym typeface="Arial"/>
                        </a:rPr>
                        <a:t>Headers and text containers</a:t>
                      </a:r>
                      <a:r>
                        <a:rPr lang="en-US" sz="2000" b="0" u="none" strike="noStrike" cap="none">
                          <a:solidFill>
                            <a:schemeClr val="lt1"/>
                          </a:solidFill>
                          <a:latin typeface="Arial"/>
                          <a:ea typeface="Arial"/>
                          <a:cs typeface="Arial"/>
                          <a:sym typeface="Arial"/>
                        </a:rPr>
                        <a:t/>
                      </a:r>
                      <a:br>
                        <a:rPr lang="en-US" sz="2000" b="0" u="none" strike="noStrike" cap="none">
                          <a:solidFill>
                            <a:schemeClr val="lt1"/>
                          </a:solidFill>
                          <a:latin typeface="Arial"/>
                          <a:ea typeface="Arial"/>
                          <a:cs typeface="Arial"/>
                          <a:sym typeface="Arial"/>
                        </a:rPr>
                      </a:br>
                      <a:r>
                        <a:rPr lang="en-US" sz="2000" b="0" u="none" strike="noStrike" cap="none">
                          <a:solidFill>
                            <a:srgbClr val="D9D9D9"/>
                          </a:solidFill>
                          <a:latin typeface="Arial"/>
                          <a:ea typeface="Arial"/>
                          <a:cs typeface="Arial"/>
                          <a:sym typeface="Arial"/>
                        </a:rPr>
                        <a:t>Included in this template are commonly used section headers such as Abstract, Objectives, Methods, Results, etc. </a:t>
                      </a:r>
                      <a:r>
                        <a:rPr lang="en-US" sz="2000" b="0" u="none" strike="noStrike" cap="none">
                          <a:solidFill>
                            <a:schemeClr val="lt1"/>
                          </a:solidFill>
                          <a:latin typeface="Arial"/>
                          <a:ea typeface="Arial"/>
                          <a:cs typeface="Arial"/>
                          <a:sym typeface="Arial"/>
                        </a:rPr>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Click inside a section header to add its text. </a:t>
                      </a:r>
                      <a:r>
                        <a:rPr lang="en-US" sz="2000" b="0" u="none" strike="noStrike" cap="none">
                          <a:solidFill>
                            <a:schemeClr val="lt1"/>
                          </a:solidFill>
                          <a:latin typeface="Arial"/>
                          <a:ea typeface="Arial"/>
                          <a:cs typeface="Arial"/>
                          <a:sym typeface="Arial"/>
                        </a:rPr>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add another header, click on edge of the section box so that it is outlined. Copy and paste it. </a:t>
                      </a:r>
                      <a:r>
                        <a:rPr lang="en-US" sz="2000" b="0" u="none" strike="noStrike" cap="none">
                          <a:solidFill>
                            <a:schemeClr val="lt1"/>
                          </a:solidFill>
                          <a:latin typeface="Arial"/>
                          <a:ea typeface="Arial"/>
                          <a:cs typeface="Arial"/>
                          <a:sym typeface="Arial"/>
                        </a:rPr>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increase its size, click on the white circles and expand to the the desired size.</a:t>
                      </a:r>
                      <a:endParaRPr/>
                    </a:p>
                  </a:txBody>
                  <a:tcPr marL="182875" marR="91450" marT="137150" marB="45725">
                    <a:solidFill>
                      <a:srgbClr val="010101"/>
                    </a:solidFill>
                  </a:tcPr>
                </a:tc>
              </a:tr>
              <a:tr h="3519125">
                <a:tc gridSpan="2">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Adding content to the poster</a:t>
                      </a:r>
                      <a:endParaRPr/>
                    </a:p>
                    <a:p>
                      <a:pPr marL="0" marR="0" lvl="0" indent="0" algn="l" rtl="0">
                        <a:spcBef>
                          <a:spcPts val="0"/>
                        </a:spcBef>
                        <a:spcAft>
                          <a:spcPts val="0"/>
                        </a:spcAft>
                        <a:buNone/>
                      </a:pPr>
                      <a:r>
                        <a:rPr lang="en-US" sz="20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marL="342900" marR="0" lvl="0" indent="-342900" algn="l" rtl="0">
                        <a:spcBef>
                          <a:spcPts val="0"/>
                        </a:spcBef>
                        <a:spcAft>
                          <a:spcPts val="0"/>
                        </a:spcAft>
                        <a:buClr>
                          <a:srgbClr val="D9D9D9"/>
                        </a:buClr>
                        <a:buSzPts val="2000"/>
                        <a:buFont typeface="Arial"/>
                        <a:buChar char="-"/>
                      </a:pPr>
                      <a:r>
                        <a:rPr lang="en-US" sz="20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US"/>
                    </a:p>
                  </a:txBody>
                  <a:tcPr/>
                </a:tc>
              </a:tr>
              <a:tr h="2377650">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Photos</a:t>
                      </a:r>
                      <a:endParaRPr/>
                    </a:p>
                    <a:p>
                      <a:pPr marL="0" marR="0" lvl="0" indent="0" algn="l" rtl="0">
                        <a:lnSpc>
                          <a:spcPct val="100000"/>
                        </a:lnSpc>
                        <a:spcBef>
                          <a:spcPts val="0"/>
                        </a:spcBef>
                        <a:spcAft>
                          <a:spcPts val="0"/>
                        </a:spcAft>
                        <a:buClr>
                          <a:srgbClr val="D9D9D9"/>
                        </a:buClr>
                        <a:buSzPts val="2000"/>
                        <a:buFont typeface="Arial"/>
                        <a:buNone/>
                      </a:pPr>
                      <a:r>
                        <a:rPr lang="en-US" sz="20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L="182875" marR="91450" marT="137150" marB="45725">
                    <a:solidFill>
                      <a:srgbClr val="010101"/>
                    </a:solidFill>
                  </a:tcPr>
                </a:tc>
                <a:tc hMerge="1">
                  <a:txBody>
                    <a:bodyPr/>
                    <a:lstStyle/>
                    <a:p>
                      <a:endParaRPr lang="en-US"/>
                    </a:p>
                  </a:txBody>
                  <a:tcPr/>
                </a:tc>
              </a:tr>
              <a:tr h="2293175">
                <a:tc gridSpan="2">
                  <a:txBody>
                    <a:bodyPr/>
                    <a:lstStyle/>
                    <a:p>
                      <a:pPr marL="0" marR="0" lvl="0" indent="0" algn="l" rtl="0">
                        <a:spcBef>
                          <a:spcPts val="0"/>
                        </a:spcBef>
                        <a:spcAft>
                          <a:spcPts val="0"/>
                        </a:spcAft>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tr>
              <a:tr h="128027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Quality check your graphics</a:t>
                      </a:r>
                      <a:endParaRPr/>
                    </a:p>
                    <a:p>
                      <a:pPr marL="0" marR="0" lvl="0" indent="0" algn="l" rtl="0">
                        <a:lnSpc>
                          <a:spcPct val="100000"/>
                        </a:lnSpc>
                        <a:spcBef>
                          <a:spcPts val="0"/>
                        </a:spcBef>
                        <a:spcAft>
                          <a:spcPts val="0"/>
                        </a:spcAft>
                        <a:buClr>
                          <a:srgbClr val="D9D9D9"/>
                        </a:buClr>
                        <a:buSzPts val="2000"/>
                        <a:buFont typeface="Arial"/>
                        <a:buNone/>
                      </a:pPr>
                      <a:r>
                        <a:rPr lang="en-US" sz="2000">
                          <a:solidFill>
                            <a:srgbClr val="D9D9D9"/>
                          </a:solidFill>
                          <a:latin typeface="Arial"/>
                          <a:ea typeface="Arial"/>
                          <a:cs typeface="Arial"/>
                          <a:sym typeface="Arial"/>
                        </a:rPr>
                        <a:t>Zoom in and look at your images at 100%-200% magnification. If they look clear, they will print well. </a:t>
                      </a:r>
                      <a:endParaRPr/>
                    </a:p>
                  </a:txBody>
                  <a:tcPr marL="182875" marR="91450" marT="137150" marB="45725">
                    <a:solidFill>
                      <a:srgbClr val="010101"/>
                    </a:solidFill>
                  </a:tcPr>
                </a:tc>
                <a:tc hMerge="1">
                  <a:txBody>
                    <a:bodyPr/>
                    <a:lstStyle/>
                    <a:p>
                      <a:endParaRPr lang="en-US"/>
                    </a:p>
                  </a:txBody>
                  <a:tcPr/>
                </a:tc>
              </a:tr>
              <a:tr h="3187275">
                <a:tc gridSpan="2">
                  <a:txBody>
                    <a:bodyPr/>
                    <a:lstStyle/>
                    <a:p>
                      <a:pPr marL="0" marR="0" lvl="0" indent="0" algn="l" rtl="0">
                        <a:lnSpc>
                          <a:spcPct val="100000"/>
                        </a:lnSpc>
                        <a:spcBef>
                          <a:spcPts val="0"/>
                        </a:spcBef>
                        <a:spcAft>
                          <a:spcPts val="0"/>
                        </a:spcAft>
                        <a:buClr>
                          <a:schemeClr val="dk1"/>
                        </a:buClr>
                        <a:buSzPts val="2000"/>
                        <a:buFont typeface="Calibri"/>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tr>
            </a:tbl>
          </a:graphicData>
        </a:graphic>
      </p:graphicFrame>
      <p:graphicFrame>
        <p:nvGraphicFramePr>
          <p:cNvPr id="113" name="Google Shape;113;p15"/>
          <p:cNvGraphicFramePr/>
          <p:nvPr/>
        </p:nvGraphicFramePr>
        <p:xfrm>
          <a:off x="44695229" y="-84749"/>
          <a:ext cx="3000000" cy="3000000"/>
        </p:xfrm>
        <a:graphic>
          <a:graphicData uri="http://schemas.openxmlformats.org/drawingml/2006/table">
            <a:tbl>
              <a:tblPr firstRow="1" bandRow="1">
                <a:noFill/>
                <a:tableStyleId>{458720B3-81D1-4C08-BEED-F924BB8679F6}</a:tableStyleId>
              </a:tblPr>
              <a:tblGrid>
                <a:gridCol w="3343825"/>
                <a:gridCol w="1381550"/>
                <a:gridCol w="4704800"/>
              </a:tblGrid>
              <a:tr h="1756425">
                <a:tc gridSpan="3">
                  <a:txBody>
                    <a:bodyPr/>
                    <a:lstStyle/>
                    <a:p>
                      <a:pPr marL="0" marR="0" lvl="0" indent="0" algn="ctr" rtl="0">
                        <a:lnSpc>
                          <a:spcPct val="100000"/>
                        </a:lnSpc>
                        <a:spcBef>
                          <a:spcPts val="0"/>
                        </a:spcBef>
                        <a:spcAft>
                          <a:spcPts val="0"/>
                        </a:spcAft>
                        <a:buClr>
                          <a:srgbClr val="1F3A4E"/>
                        </a:buClr>
                        <a:buSzPts val="4000"/>
                        <a:buFont typeface="Arial Black"/>
                        <a:buNone/>
                      </a:pPr>
                      <a:r>
                        <a:rPr lang="en-US" sz="4000" b="0">
                          <a:solidFill>
                            <a:srgbClr val="1F3A4E"/>
                          </a:solidFill>
                          <a:latin typeface="Arial Black"/>
                          <a:ea typeface="Arial Black"/>
                          <a:cs typeface="Arial Black"/>
                          <a:sym typeface="Arial Black"/>
                        </a:rPr>
                        <a:t>QUICK START GUIDE</a:t>
                      </a:r>
                      <a:br>
                        <a:rPr lang="en-US" sz="4000" b="0">
                          <a:solidFill>
                            <a:srgbClr val="1F3A4E"/>
                          </a:solidFill>
                          <a:latin typeface="Arial Black"/>
                          <a:ea typeface="Arial Black"/>
                          <a:cs typeface="Arial Black"/>
                          <a:sym typeface="Arial Black"/>
                        </a:rPr>
                      </a:br>
                      <a:r>
                        <a:rPr lang="en-US" sz="3200" b="1">
                          <a:solidFill>
                            <a:srgbClr val="FF0000"/>
                          </a:solidFill>
                          <a:latin typeface="Trebuchet MS"/>
                          <a:ea typeface="Trebuchet MS"/>
                          <a:cs typeface="Trebuchet MS"/>
                          <a:sym typeface="Trebuchet MS"/>
                        </a:rPr>
                        <a:t>(THIS SIDEBAR WILL NOT PRINT)</a:t>
                      </a:r>
                      <a:endParaRPr sz="4000" b="1">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c hMerge="1">
                  <a:txBody>
                    <a:bodyPr/>
                    <a:lstStyle/>
                    <a:p>
                      <a:endParaRPr lang="en-US"/>
                    </a:p>
                  </a:txBody>
                  <a:tcPr/>
                </a:tc>
              </a:tr>
              <a:tr h="5563100">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template colors</a:t>
                      </a:r>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a:solidFill>
                            <a:srgbClr val="FFC000"/>
                          </a:solid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https://www.posterpresentations.com/how-to-change-the-research-poster-template-colors.html</a:t>
                      </a:r>
                      <a:endParaRPr sz="2400">
                        <a:solidFill>
                          <a:srgbClr val="FFC000"/>
                        </a:solidFill>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tr>
              <a:tr h="3667725">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column layout configuration</a:t>
                      </a:r>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You can see a tutorial here: </a:t>
                      </a:r>
                      <a:r>
                        <a:rPr lang="en-US" sz="2400" u="sng">
                          <a:solidFill>
                            <a:srgbClr val="FFC000"/>
                          </a:solidFill>
                          <a:latin typeface="Arial"/>
                          <a:ea typeface="Arial"/>
                          <a:cs typeface="Arial"/>
                          <a:sym typeface="Arial"/>
                        </a:rPr>
                        <a:t>https://www.posterpresentations.com/how-to-change-the-column-configuration.html</a:t>
                      </a:r>
                      <a:endParaRPr sz="8600" u="sng">
                        <a:solidFill>
                          <a:srgbClr val="FFC000"/>
                        </a:solidFill>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tr>
              <a:tr h="517707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tc>
                <a:tc hMerge="1">
                  <a:txBody>
                    <a:bodyPr/>
                    <a:lstStyle/>
                    <a:p>
                      <a:endParaRPr lang="en-US"/>
                    </a:p>
                  </a:txBody>
                  <a:tcPr/>
                </a:tc>
                <a:tc rowSpan="2">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hide the QUICK START GUIDE bars from the sides of the template</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The Quick Start Guides </a:t>
                      </a:r>
                      <a:r>
                        <a:rPr lang="en-US" sz="2400" u="sng">
                          <a:solidFill>
                            <a:srgbClr val="D9D9D9"/>
                          </a:solidFill>
                          <a:latin typeface="Arial"/>
                          <a:ea typeface="Arial"/>
                          <a:cs typeface="Arial"/>
                          <a:sym typeface="Arial"/>
                        </a:rPr>
                        <a:t>are outside the template’s printable area</a:t>
                      </a:r>
                      <a:r>
                        <a:rPr lang="en-US" sz="2400">
                          <a:solidFill>
                            <a:srgbClr val="D9D9D9"/>
                          </a:solidFill>
                          <a:latin typeface="Arial"/>
                          <a:ea typeface="Arial"/>
                          <a:cs typeface="Arial"/>
                          <a:sym typeface="Arial"/>
                        </a:rPr>
                        <a:t> and they will not be on the printed poster. </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create a PDF file from your template, the guides will not be included.</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To hide the guides click on the </a:t>
                      </a:r>
                      <a:r>
                        <a:rPr lang="en-US" sz="2400" b="1">
                          <a:solidFill>
                            <a:srgbClr val="D9D9D9"/>
                          </a:solidFill>
                          <a:latin typeface="Arial"/>
                          <a:ea typeface="Arial"/>
                          <a:cs typeface="Arial"/>
                          <a:sym typeface="Arial"/>
                        </a:rPr>
                        <a:t>Home</a:t>
                      </a:r>
                      <a:r>
                        <a:rPr lang="en-US" sz="2400">
                          <a:solidFill>
                            <a:srgbClr val="D9D9D9"/>
                          </a:solidFill>
                          <a:latin typeface="Arial"/>
                          <a:ea typeface="Arial"/>
                          <a:cs typeface="Arial"/>
                          <a:sym typeface="Arial"/>
                        </a:rPr>
                        <a:t> tab (top of the screen) and then click on the </a:t>
                      </a:r>
                      <a:r>
                        <a:rPr lang="en-US" sz="2400" b="1">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 button below to see the available layouts. Choose the </a:t>
                      </a:r>
                      <a:r>
                        <a:rPr lang="en-US" sz="2400" b="1">
                          <a:solidFill>
                            <a:srgbClr val="D9D9D9"/>
                          </a:solidFill>
                          <a:latin typeface="Arial"/>
                          <a:ea typeface="Arial"/>
                          <a:cs typeface="Arial"/>
                          <a:sym typeface="Arial"/>
                        </a:rPr>
                        <a:t>Without Guides </a:t>
                      </a:r>
                      <a:r>
                        <a:rPr lang="en-US" sz="2400" b="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a:t>
                      </a: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tr>
              <a:tr h="288832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c vMerge="1">
                  <a:txBody>
                    <a:bodyPr/>
                    <a:lstStyle/>
                    <a:p>
                      <a:endParaRPr lang="en-US"/>
                    </a:p>
                  </a:txBody>
                  <a:tcPr/>
                </a:tc>
              </a:tr>
              <a:tr h="3781425">
                <a:tc gridSpan="2">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preview your poster prior to printing</a:t>
                      </a:r>
                      <a:endParaRPr sz="2800" b="1">
                        <a:solidFill>
                          <a:srgbClr val="FFC000"/>
                        </a:solidFill>
                        <a:latin typeface="Arial"/>
                        <a:ea typeface="Arial"/>
                        <a:cs typeface="Arial"/>
                        <a:sym typeface="Arial"/>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preview your poster at any time by pressing the </a:t>
                      </a:r>
                      <a:r>
                        <a:rPr lang="en-US" sz="2400">
                          <a:solidFill>
                            <a:srgbClr val="FFC000"/>
                          </a:solidFill>
                          <a:latin typeface="Arial"/>
                          <a:ea typeface="Arial"/>
                          <a:cs typeface="Arial"/>
                          <a:sym typeface="Arial"/>
                        </a:rPr>
                        <a:t>F5 key</a:t>
                      </a:r>
                      <a:r>
                        <a:rPr lang="en-US" sz="2400">
                          <a:solidFill>
                            <a:srgbClr val="D9D9D9"/>
                          </a:solidFill>
                          <a:latin typeface="Arial"/>
                          <a:ea typeface="Arial"/>
                          <a:cs typeface="Arial"/>
                          <a:sym typeface="Arial"/>
                        </a:rPr>
                        <a:t> on your keyboard. You will see on the screen what's on your poster and how it should look when printed. Press the </a:t>
                      </a:r>
                      <a:r>
                        <a:rPr lang="en-US" sz="2400">
                          <a:solidFill>
                            <a:srgbClr val="FFC000"/>
                          </a:solidFill>
                          <a:latin typeface="Arial"/>
                          <a:ea typeface="Arial"/>
                          <a:cs typeface="Arial"/>
                          <a:sym typeface="Arial"/>
                        </a:rPr>
                        <a:t>ESC key </a:t>
                      </a:r>
                      <a:r>
                        <a:rPr lang="en-US" sz="2400">
                          <a:solidFill>
                            <a:srgbClr val="D9D9D9"/>
                          </a:solidFill>
                          <a:latin typeface="Arial"/>
                          <a:ea typeface="Arial"/>
                          <a:cs typeface="Arial"/>
                          <a:sym typeface="Arial"/>
                        </a:rPr>
                        <a:t>to exit Preview.</a:t>
                      </a:r>
                      <a:endParaRPr/>
                    </a:p>
                  </a:txBody>
                  <a:tcPr marL="182875" marR="91450" marT="137150" marB="45725">
                    <a:solidFill>
                      <a:srgbClr val="010101"/>
                    </a:solidFill>
                  </a:tcPr>
                </a:tc>
                <a:tc hMerge="1">
                  <a:txBody>
                    <a:bodyPr/>
                    <a:lstStyle/>
                    <a:p>
                      <a:endParaRPr lang="en-US"/>
                    </a:p>
                  </a:txBody>
                  <a:tcPr/>
                </a:tc>
                <a:tc>
                  <a:txBody>
                    <a:bodyPr/>
                    <a:lstStyle/>
                    <a:p>
                      <a:pPr marL="0" marR="0" lvl="0" indent="0" algn="ctr" rtl="0">
                        <a:spcBef>
                          <a:spcPts val="0"/>
                        </a:spcBef>
                        <a:spcAft>
                          <a:spcPts val="0"/>
                        </a:spcAft>
                        <a:buNone/>
                      </a:pPr>
                      <a:r>
                        <a:rPr lang="en-US" sz="11500" b="1">
                          <a:solidFill>
                            <a:srgbClr val="D9D9D9"/>
                          </a:solidFill>
                          <a:latin typeface="Arial"/>
                          <a:ea typeface="Arial"/>
                          <a:cs typeface="Arial"/>
                          <a:sym typeface="Arial"/>
                        </a:rPr>
                        <a:t>F5</a:t>
                      </a:r>
                      <a:r>
                        <a:rPr lang="en-US" sz="2400">
                          <a:solidFill>
                            <a:srgbClr val="D9D9D9"/>
                          </a:solidFill>
                          <a:latin typeface="Arial"/>
                          <a:ea typeface="Arial"/>
                          <a:cs typeface="Arial"/>
                          <a:sym typeface="Arial"/>
                        </a:rPr>
                        <a:t> </a:t>
                      </a:r>
                      <a:endParaRPr sz="8600"/>
                    </a:p>
                  </a:txBody>
                  <a:tcPr marL="182875" marR="91450" marT="137150" marB="45725" anchor="ctr">
                    <a:solidFill>
                      <a:srgbClr val="0C0C0C"/>
                    </a:solidFill>
                  </a:tcPr>
                </a:tc>
              </a:tr>
              <a:tr h="5674000">
                <a:tc gridSpan="3">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print your poster</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When you are ready to have your poster printed go online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and click on the "</a:t>
                      </a:r>
                      <a:r>
                        <a:rPr lang="en-US" sz="2400">
                          <a:solidFill>
                            <a:srgbClr val="FFC000"/>
                          </a:solidFill>
                          <a:latin typeface="Arial"/>
                          <a:ea typeface="Arial"/>
                          <a:cs typeface="Arial"/>
                          <a:sym typeface="Arial"/>
                        </a:rPr>
                        <a:t>Order Your Poster</a:t>
                      </a:r>
                      <a:r>
                        <a:rPr lang="en-US" sz="2400">
                          <a:solidFill>
                            <a:srgbClr val="D9D9D9"/>
                          </a:solidFill>
                          <a:latin typeface="Arial"/>
                          <a:ea typeface="Arial"/>
                          <a:cs typeface="Arial"/>
                          <a:sym typeface="Arial"/>
                        </a:rPr>
                        <a:t>" button. You can have your poster printed on professional papers, fabric for easy traveling and a variety of other materials.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
                      </a: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Go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for more information.</a:t>
                      </a:r>
                      <a:endParaRPr/>
                    </a:p>
                  </a:txBody>
                  <a:tcPr marL="182875" marR="91450" marT="137150" marB="45725">
                    <a:solidFill>
                      <a:srgbClr val="010101"/>
                    </a:solidFill>
                  </a:tcPr>
                </a:tc>
                <a:tc hMerge="1">
                  <a:txBody>
                    <a:bodyPr/>
                    <a:lstStyle/>
                    <a:p>
                      <a:endParaRPr lang="en-US"/>
                    </a:p>
                  </a:txBody>
                  <a:tcPr/>
                </a:tc>
                <a:tc hMerge="1">
                  <a:txBody>
                    <a:bodyPr/>
                    <a:lstStyle/>
                    <a:p>
                      <a:endParaRPr lang="en-US"/>
                    </a:p>
                  </a:txBody>
                  <a:tcPr/>
                </a:tc>
              </a:tr>
              <a:tr h="1354775">
                <a:tc gridSpan="3">
                  <a:txBody>
                    <a:bodyPr/>
                    <a:lstStyle/>
                    <a:p>
                      <a:pPr marL="0" marR="0" lvl="0" indent="0" algn="l" rtl="0">
                        <a:spcBef>
                          <a:spcPts val="0"/>
                        </a:spcBef>
                        <a:spcAft>
                          <a:spcPts val="0"/>
                        </a:spcAft>
                        <a:buNone/>
                      </a:pPr>
                      <a:endParaRPr sz="2400">
                        <a:solidFill>
                          <a:srgbClr val="1F3A4E"/>
                        </a:solidFill>
                      </a:endParaRPr>
                    </a:p>
                  </a:txBody>
                  <a:tcPr marL="182875" marR="91450" marT="137150" marB="45725"/>
                </a:tc>
                <a:tc hMerge="1">
                  <a:txBody>
                    <a:bodyPr/>
                    <a:lstStyle/>
                    <a:p>
                      <a:endParaRPr lang="en-US"/>
                    </a:p>
                  </a:txBody>
                  <a:tcPr/>
                </a:tc>
                <a:tc hMerge="1">
                  <a:txBody>
                    <a:bodyPr/>
                    <a:lstStyle/>
                    <a:p>
                      <a:endParaRPr lang="en-US"/>
                    </a:p>
                  </a:txBody>
                  <a:tcPr/>
                </a:tc>
              </a:tr>
              <a:tr h="3212200">
                <a:tc>
                  <a:txBody>
                    <a:bodyPr/>
                    <a:lstStyle/>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 2019 PosterPresentations.com</a:t>
                      </a:r>
                      <a:br>
                        <a:rPr lang="en-US" sz="2000">
                          <a:solidFill>
                            <a:srgbClr val="D8D8D8"/>
                          </a:solidFill>
                          <a:latin typeface="Arial"/>
                          <a:ea typeface="Arial"/>
                          <a:cs typeface="Arial"/>
                          <a:sym typeface="Arial"/>
                        </a:rPr>
                      </a:br>
                      <a:r>
                        <a:rPr lang="en-US" sz="2000">
                          <a:solidFill>
                            <a:srgbClr val="D8D8D8"/>
                          </a:solidFill>
                          <a:latin typeface="Arial"/>
                          <a:ea typeface="Arial"/>
                          <a:cs typeface="Arial"/>
                          <a:sym typeface="Arial"/>
                        </a:rPr>
                        <a:t>2117 Fourth Street , STE C        </a:t>
                      </a:r>
                      <a:endParaRPr/>
                    </a:p>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Berkeley CA 94710 USA</a:t>
                      </a:r>
                      <a:endParaRPr sz="2000">
                        <a:solidFill>
                          <a:srgbClr val="D8D8D8"/>
                        </a:solidFill>
                        <a:latin typeface="Arial"/>
                        <a:ea typeface="Arial"/>
                        <a:cs typeface="Arial"/>
                        <a:sym typeface="Arial"/>
                      </a:endParaRPr>
                    </a:p>
                  </a:txBody>
                  <a:tcPr marL="182875" marR="91450" marT="137150" marB="45725">
                    <a:solidFill>
                      <a:srgbClr val="010101"/>
                    </a:solidFill>
                  </a:tcPr>
                </a:tc>
                <a:tc gridSpan="2">
                  <a:txBody>
                    <a:bodyPr/>
                    <a:lstStyle/>
                    <a:p>
                      <a:pPr marL="0" marR="0" lvl="0" indent="0" algn="l" rtl="0">
                        <a:lnSpc>
                          <a:spcPct val="100000"/>
                        </a:lnSpc>
                        <a:spcBef>
                          <a:spcPts val="0"/>
                        </a:spcBef>
                        <a:spcAft>
                          <a:spcPts val="0"/>
                        </a:spcAft>
                        <a:buClr>
                          <a:srgbClr val="D0D0D0"/>
                        </a:buClr>
                        <a:buSzPts val="2400"/>
                        <a:buFont typeface="Arial"/>
                        <a:buNone/>
                      </a:pPr>
                      <a:r>
                        <a:rPr lang="en-US" sz="2400" b="1">
                          <a:solidFill>
                            <a:srgbClr val="D0D0D0"/>
                          </a:solidFill>
                          <a:latin typeface="Arial"/>
                          <a:ea typeface="Arial"/>
                          <a:cs typeface="Arial"/>
                          <a:sym typeface="Arial"/>
                        </a:rPr>
                        <a:t>For complete tutorials visit:</a:t>
                      </a:r>
                      <a:endParaRPr/>
                    </a:p>
                    <a:p>
                      <a:pPr marL="0" marR="0" lvl="0" indent="0" algn="l" rtl="0">
                        <a:lnSpc>
                          <a:spcPct val="100000"/>
                        </a:lnSpc>
                        <a:spcBef>
                          <a:spcPts val="0"/>
                        </a:spcBef>
                        <a:spcAft>
                          <a:spcPts val="0"/>
                        </a:spcAft>
                        <a:buClr>
                          <a:srgbClr val="FFC000"/>
                        </a:buClr>
                        <a:buSzPts val="1800"/>
                        <a:buFont typeface="Arial"/>
                        <a:buNone/>
                      </a:pPr>
                      <a:r>
                        <a:rPr lang="en-US" sz="1800" b="1">
                          <a:solidFill>
                            <a:srgbClr val="FFC000"/>
                          </a:solidFill>
                          <a:latin typeface="Arial"/>
                          <a:ea typeface="Arial"/>
                          <a:cs typeface="Arial"/>
                          <a:sym typeface="Arial"/>
                        </a:rPr>
                        <a:t>https://www.posterpresentations.com/helpdesk.html</a:t>
                      </a:r>
                      <a:endParaRPr sz="1800">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r>
            </a:tbl>
          </a:graphicData>
        </a:graphic>
      </p:graphicFrame>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32"/>
        <p:cNvGrpSpPr/>
        <p:nvPr/>
      </p:nvGrpSpPr>
      <p:grpSpPr>
        <a:xfrm>
          <a:off x="0" y="0"/>
          <a:ext cx="0" cy="0"/>
          <a:chOff x="0" y="0"/>
          <a:chExt cx="0" cy="0"/>
        </a:xfrm>
      </p:grpSpPr>
      <p:sp>
        <p:nvSpPr>
          <p:cNvPr id="133" name="Google Shape;133;p17"/>
          <p:cNvSpPr/>
          <p:nvPr/>
        </p:nvSpPr>
        <p:spPr>
          <a:xfrm>
            <a:off x="0" y="31191530"/>
            <a:ext cx="43891200" cy="1726870"/>
          </a:xfrm>
          <a:prstGeom prst="rect">
            <a:avLst/>
          </a:prstGeom>
          <a:solidFill>
            <a:srgbClr val="204559"/>
          </a:solidFill>
          <a:ln>
            <a:noFill/>
          </a:ln>
        </p:spPr>
        <p:txBody>
          <a:bodyPr spcFirstLastPara="1" wrap="square" lIns="260075" tIns="130025" rIns="260075" bIns="130025" anchor="ctr" anchorCtr="0">
            <a:noAutofit/>
          </a:bodyPr>
          <a:lstStyle/>
          <a:p>
            <a:pPr marL="0" marR="0" lvl="0" indent="0" algn="l" rtl="0">
              <a:spcBef>
                <a:spcPts val="0"/>
              </a:spcBef>
              <a:spcAft>
                <a:spcPts val="0"/>
              </a:spcAft>
              <a:buNone/>
            </a:pPr>
            <a:endParaRPr sz="13978" b="0" i="0" u="none" strike="noStrike" cap="none">
              <a:solidFill>
                <a:schemeClr val="dk1"/>
              </a:solidFill>
              <a:latin typeface="Calibri"/>
              <a:ea typeface="Calibri"/>
              <a:cs typeface="Calibri"/>
              <a:sym typeface="Calibri"/>
            </a:endParaRPr>
          </a:p>
        </p:txBody>
      </p:sp>
      <p:sp>
        <p:nvSpPr>
          <p:cNvPr id="134" name="Google Shape;134;p17"/>
          <p:cNvSpPr/>
          <p:nvPr/>
        </p:nvSpPr>
        <p:spPr>
          <a:xfrm>
            <a:off x="0" y="-15834"/>
            <a:ext cx="43891200" cy="5186922"/>
          </a:xfrm>
          <a:prstGeom prst="rect">
            <a:avLst/>
          </a:prstGeom>
          <a:solidFill>
            <a:srgbClr val="204559"/>
          </a:solidFill>
          <a:ln>
            <a:noFill/>
          </a:ln>
        </p:spPr>
        <p:txBody>
          <a:bodyPr spcFirstLastPara="1" wrap="square" lIns="260075" tIns="130025" rIns="260075" bIns="130025" anchor="ctr" anchorCtr="0">
            <a:noAutofit/>
          </a:bodyPr>
          <a:lstStyle/>
          <a:p>
            <a:pPr marL="0" marR="0" lvl="0" indent="0" algn="l" rtl="0">
              <a:spcBef>
                <a:spcPts val="0"/>
              </a:spcBef>
              <a:spcAft>
                <a:spcPts val="0"/>
              </a:spcAft>
              <a:buNone/>
            </a:pPr>
            <a:endParaRPr sz="13978" b="0" i="0" u="none" strike="noStrike" cap="none">
              <a:solidFill>
                <a:schemeClr val="dk1"/>
              </a:solidFill>
              <a:latin typeface="Calibri"/>
              <a:ea typeface="Calibri"/>
              <a:cs typeface="Calibri"/>
              <a:sym typeface="Calibri"/>
            </a:endParaRPr>
          </a:p>
        </p:txBody>
      </p:sp>
      <p:sp>
        <p:nvSpPr>
          <p:cNvPr id="135" name="Google Shape;135;p17"/>
          <p:cNvSpPr/>
          <p:nvPr/>
        </p:nvSpPr>
        <p:spPr>
          <a:xfrm>
            <a:off x="731517" y="4135663"/>
            <a:ext cx="42428163" cy="27683945"/>
          </a:xfrm>
          <a:prstGeom prst="roundRect">
            <a:avLst>
              <a:gd name="adj" fmla="val 0"/>
            </a:avLst>
          </a:prstGeom>
          <a:solidFill>
            <a:schemeClr val="lt1"/>
          </a:solidFill>
          <a:ln w="19050" cap="flat" cmpd="sng">
            <a:solidFill>
              <a:srgbClr val="204559"/>
            </a:solidFill>
            <a:prstDash val="solid"/>
            <a:round/>
            <a:headEnd type="none" w="sm" len="sm"/>
            <a:tailEnd type="none" w="sm" len="sm"/>
          </a:ln>
          <a:effectLst>
            <a:outerShdw blurRad="355600" sx="101000" sy="101000" algn="ctr" rotWithShape="0">
              <a:srgbClr val="000000">
                <a:alpha val="1686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978" b="0" i="0" u="none" strike="noStrike" cap="none">
              <a:solidFill>
                <a:schemeClr val="lt1"/>
              </a:solidFill>
              <a:latin typeface="Calibri"/>
              <a:ea typeface="Calibri"/>
              <a:cs typeface="Calibri"/>
              <a:sym typeface="Calibri"/>
            </a:endParaRPr>
          </a:p>
        </p:txBody>
      </p:sp>
      <p:sp>
        <p:nvSpPr>
          <p:cNvPr id="136" name="Google Shape;136;p17"/>
          <p:cNvSpPr txBox="1"/>
          <p:nvPr/>
        </p:nvSpPr>
        <p:spPr>
          <a:xfrm>
            <a:off x="731517" y="32054965"/>
            <a:ext cx="2514600" cy="341436"/>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500" b="1" i="0" u="none" strike="noStrike" cap="none">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i="0" u="none" strike="noStrike" cap="none">
                <a:solidFill>
                  <a:srgbClr val="BFBFBF"/>
                </a:solidFill>
                <a:latin typeface="Arial"/>
                <a:ea typeface="Arial"/>
                <a:cs typeface="Arial"/>
                <a:sym typeface="Arial"/>
              </a:rPr>
              <a:t>www.PosterPresentations.com</a:t>
            </a:r>
            <a:endParaRPr/>
          </a:p>
        </p:txBody>
      </p:sp>
    </p:spTree>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
          <p:cNvSpPr txBox="1">
            <a:spLocks noGrp="1"/>
          </p:cNvSpPr>
          <p:nvPr>
            <p:ph type="body" idx="1"/>
          </p:nvPr>
        </p:nvSpPr>
        <p:spPr>
          <a:xfrm>
            <a:off x="1256286" y="5895702"/>
            <a:ext cx="10056813" cy="9122475"/>
          </a:xfrm>
          <a:prstGeom prst="rect">
            <a:avLst/>
          </a:prstGeom>
          <a:noFill/>
          <a:ln>
            <a:noFill/>
          </a:ln>
        </p:spPr>
        <p:txBody>
          <a:bodyPr spcFirstLastPara="1" wrap="square" lIns="228575" tIns="228575" rIns="228575" bIns="228575" anchor="t" anchorCtr="0">
            <a:spAutoFit/>
          </a:bodyPr>
          <a:lstStyle/>
          <a:p>
            <a:pPr marL="0" lvl="0" indent="0" algn="just" rtl="0">
              <a:lnSpc>
                <a:spcPct val="90000"/>
              </a:lnSpc>
              <a:spcBef>
                <a:spcPts val="0"/>
              </a:spcBef>
              <a:spcAft>
                <a:spcPts val="0"/>
              </a:spcAft>
              <a:buClr>
                <a:schemeClr val="dk1"/>
              </a:buClr>
              <a:buSzPts val="3900"/>
              <a:buNone/>
            </a:pPr>
            <a:r>
              <a:rPr lang="en-US" sz="3900"/>
              <a:t> </a:t>
            </a:r>
            <a:r>
              <a:rPr lang="en-US" sz="4000"/>
              <a:t>A student attendance system is a digital or automated tool designed to track and manage the attendance of students in educational institutions such as schools, colleges, and universities. It replaces traditional manual methods of taking attendance, such as calling out names or using paper-based registers. It offers several benefits, including increased accuracy, efficiency, and the ability to generate real-time reports for educators and administrators. Additionally, student attendance systems can help identify trends and patterns, improving overall student engagement and institutional accountability.</a:t>
            </a:r>
            <a:endParaRPr sz="3900" b="0" i="0">
              <a:solidFill>
                <a:srgbClr val="374151"/>
              </a:solidFill>
              <a:latin typeface="Arial"/>
              <a:ea typeface="Arial"/>
              <a:cs typeface="Arial"/>
              <a:sym typeface="Arial"/>
            </a:endParaRPr>
          </a:p>
          <a:p>
            <a:pPr marL="0" lvl="0" indent="0" algn="l" rtl="0">
              <a:lnSpc>
                <a:spcPct val="90000"/>
              </a:lnSpc>
              <a:spcBef>
                <a:spcPts val="3600"/>
              </a:spcBef>
              <a:spcAft>
                <a:spcPts val="0"/>
              </a:spcAft>
              <a:buClr>
                <a:schemeClr val="dk1"/>
              </a:buClr>
              <a:buSzPts val="3200"/>
              <a:buNone/>
            </a:pPr>
            <a:endParaRPr sz="3200"/>
          </a:p>
        </p:txBody>
      </p:sp>
      <p:sp>
        <p:nvSpPr>
          <p:cNvPr id="160" name="Google Shape;160;p1"/>
          <p:cNvSpPr txBox="1">
            <a:spLocks noGrp="1"/>
          </p:cNvSpPr>
          <p:nvPr>
            <p:ph type="body" idx="2"/>
          </p:nvPr>
        </p:nvSpPr>
        <p:spPr>
          <a:xfrm>
            <a:off x="1079531" y="4930542"/>
            <a:ext cx="10048875" cy="923322"/>
          </a:xfrm>
          <a:prstGeom prst="rect">
            <a:avLst/>
          </a:prstGeom>
          <a:noFill/>
          <a:ln>
            <a:noFill/>
          </a:ln>
        </p:spPr>
        <p:txBody>
          <a:bodyPr spcFirstLastPara="1" wrap="square" lIns="91425" tIns="91425" rIns="91425" bIns="91425" anchor="ctr" anchorCtr="0">
            <a:spAutoFit/>
          </a:bodyPr>
          <a:lstStyle/>
          <a:p>
            <a:pPr marL="0" lvl="0" indent="0" algn="ctr" rtl="0">
              <a:lnSpc>
                <a:spcPct val="90000"/>
              </a:lnSpc>
              <a:spcBef>
                <a:spcPts val="0"/>
              </a:spcBef>
              <a:spcAft>
                <a:spcPts val="0"/>
              </a:spcAft>
              <a:buClr>
                <a:srgbClr val="1F3864"/>
              </a:buClr>
              <a:buSzPts val="4800"/>
              <a:buNone/>
            </a:pPr>
            <a:r>
              <a:rPr lang="en-US" sz="4800"/>
              <a:t>INTRODUCTION                     </a:t>
            </a:r>
            <a:endParaRPr/>
          </a:p>
        </p:txBody>
      </p:sp>
      <p:sp>
        <p:nvSpPr>
          <p:cNvPr id="161" name="Google Shape;161;p1"/>
          <p:cNvSpPr txBox="1">
            <a:spLocks noGrp="1"/>
          </p:cNvSpPr>
          <p:nvPr>
            <p:ph type="body" idx="3"/>
          </p:nvPr>
        </p:nvSpPr>
        <p:spPr>
          <a:xfrm>
            <a:off x="11738038" y="5517745"/>
            <a:ext cx="10048874" cy="4499671"/>
          </a:xfrm>
          <a:prstGeom prst="rect">
            <a:avLst/>
          </a:prstGeom>
          <a:noFill/>
          <a:ln>
            <a:noFill/>
          </a:ln>
        </p:spPr>
        <p:txBody>
          <a:bodyPr spcFirstLastPara="1" wrap="square" lIns="91425" tIns="91425" rIns="91425" bIns="91425" anchor="ctr" anchorCtr="0">
            <a:spAutoFit/>
          </a:bodyPr>
          <a:lstStyle/>
          <a:p>
            <a:pPr marL="0" lvl="0" indent="0" algn="ctr" rtl="0">
              <a:lnSpc>
                <a:spcPct val="90000"/>
              </a:lnSpc>
              <a:spcBef>
                <a:spcPts val="0"/>
              </a:spcBef>
              <a:spcAft>
                <a:spcPts val="0"/>
              </a:spcAft>
              <a:buClr>
                <a:srgbClr val="1F3864"/>
              </a:buClr>
              <a:buSzPts val="3200"/>
              <a:buNone/>
            </a:pPr>
            <a:endParaRPr sz="3200">
              <a:solidFill>
                <a:srgbClr val="374151"/>
              </a:solidFill>
              <a:latin typeface="Arial"/>
              <a:ea typeface="Arial"/>
              <a:cs typeface="Arial"/>
              <a:sym typeface="Arial"/>
            </a:endParaRPr>
          </a:p>
          <a:p>
            <a:pPr marL="0" lvl="0" indent="0" algn="ctr" rtl="0">
              <a:lnSpc>
                <a:spcPct val="90000"/>
              </a:lnSpc>
              <a:spcBef>
                <a:spcPts val="3600"/>
              </a:spcBef>
              <a:spcAft>
                <a:spcPts val="0"/>
              </a:spcAft>
              <a:buClr>
                <a:srgbClr val="1F3864"/>
              </a:buClr>
              <a:buSzPts val="3200"/>
              <a:buNone/>
            </a:pPr>
            <a:endParaRPr sz="3200" b="0" i="0">
              <a:solidFill>
                <a:srgbClr val="374151"/>
              </a:solidFill>
              <a:latin typeface="Arial"/>
              <a:ea typeface="Arial"/>
              <a:cs typeface="Arial"/>
              <a:sym typeface="Arial"/>
            </a:endParaRPr>
          </a:p>
          <a:p>
            <a:pPr marL="0" lvl="0" indent="0" algn="ctr" rtl="0">
              <a:lnSpc>
                <a:spcPct val="90000"/>
              </a:lnSpc>
              <a:spcBef>
                <a:spcPts val="3600"/>
              </a:spcBef>
              <a:spcAft>
                <a:spcPts val="0"/>
              </a:spcAft>
              <a:buClr>
                <a:srgbClr val="1F3864"/>
              </a:buClr>
              <a:buSzPts val="3200"/>
              <a:buNone/>
            </a:pPr>
            <a:endParaRPr sz="3200">
              <a:solidFill>
                <a:srgbClr val="374151"/>
              </a:solidFill>
              <a:latin typeface="Arial"/>
              <a:ea typeface="Arial"/>
              <a:cs typeface="Arial"/>
              <a:sym typeface="Arial"/>
            </a:endParaRPr>
          </a:p>
          <a:p>
            <a:pPr marL="0" lvl="0" indent="0" algn="ctr" rtl="0">
              <a:lnSpc>
                <a:spcPct val="90000"/>
              </a:lnSpc>
              <a:spcBef>
                <a:spcPts val="3600"/>
              </a:spcBef>
              <a:spcAft>
                <a:spcPts val="0"/>
              </a:spcAft>
              <a:buClr>
                <a:srgbClr val="1F3864"/>
              </a:buClr>
              <a:buSzPts val="3200"/>
              <a:buNone/>
            </a:pPr>
            <a:endParaRPr sz="3200" b="0" i="0">
              <a:solidFill>
                <a:srgbClr val="374151"/>
              </a:solidFill>
              <a:latin typeface="Arial"/>
              <a:ea typeface="Arial"/>
              <a:cs typeface="Arial"/>
              <a:sym typeface="Arial"/>
            </a:endParaRPr>
          </a:p>
          <a:p>
            <a:pPr marL="0" lvl="0" indent="0" algn="ctr" rtl="0">
              <a:lnSpc>
                <a:spcPct val="90000"/>
              </a:lnSpc>
              <a:spcBef>
                <a:spcPts val="3600"/>
              </a:spcBef>
              <a:spcAft>
                <a:spcPts val="0"/>
              </a:spcAft>
              <a:buClr>
                <a:srgbClr val="1F3864"/>
              </a:buClr>
              <a:buSzPts val="3200"/>
              <a:buNone/>
            </a:pPr>
            <a:endParaRPr sz="3200">
              <a:solidFill>
                <a:srgbClr val="374151"/>
              </a:solidFill>
              <a:latin typeface="Arial"/>
              <a:ea typeface="Arial"/>
              <a:cs typeface="Arial"/>
              <a:sym typeface="Arial"/>
            </a:endParaRPr>
          </a:p>
          <a:p>
            <a:pPr marL="0" lvl="0" indent="0" algn="ctr" rtl="0">
              <a:lnSpc>
                <a:spcPct val="90000"/>
              </a:lnSpc>
              <a:spcBef>
                <a:spcPts val="3600"/>
              </a:spcBef>
              <a:spcAft>
                <a:spcPts val="0"/>
              </a:spcAft>
              <a:buClr>
                <a:srgbClr val="1F3864"/>
              </a:buClr>
              <a:buSzPts val="3200"/>
              <a:buNone/>
            </a:pPr>
            <a:endParaRPr sz="3200" b="0" i="0">
              <a:solidFill>
                <a:srgbClr val="374151"/>
              </a:solidFill>
              <a:latin typeface="Arial"/>
              <a:ea typeface="Arial"/>
              <a:cs typeface="Arial"/>
              <a:sym typeface="Arial"/>
            </a:endParaRPr>
          </a:p>
          <a:p>
            <a:pPr marL="0" lvl="0" indent="0" algn="ctr" rtl="0">
              <a:lnSpc>
                <a:spcPct val="90000"/>
              </a:lnSpc>
              <a:spcBef>
                <a:spcPts val="3600"/>
              </a:spcBef>
              <a:spcAft>
                <a:spcPts val="0"/>
              </a:spcAft>
              <a:buClr>
                <a:srgbClr val="1F3864"/>
              </a:buClr>
              <a:buSzPts val="3200"/>
              <a:buNone/>
            </a:pPr>
            <a:endParaRPr sz="3200" b="0" i="0">
              <a:solidFill>
                <a:srgbClr val="374151"/>
              </a:solidFill>
              <a:latin typeface="Arial"/>
              <a:ea typeface="Arial"/>
              <a:cs typeface="Arial"/>
              <a:sym typeface="Arial"/>
            </a:endParaRPr>
          </a:p>
        </p:txBody>
      </p:sp>
      <p:sp>
        <p:nvSpPr>
          <p:cNvPr id="162" name="Google Shape;162;p1"/>
          <p:cNvSpPr txBox="1">
            <a:spLocks noGrp="1"/>
          </p:cNvSpPr>
          <p:nvPr>
            <p:ph type="body" idx="4"/>
          </p:nvPr>
        </p:nvSpPr>
        <p:spPr>
          <a:xfrm>
            <a:off x="33235455" y="5852805"/>
            <a:ext cx="9103178" cy="11943219"/>
          </a:xfrm>
          <a:prstGeom prst="rect">
            <a:avLst/>
          </a:prstGeom>
          <a:noFill/>
          <a:ln>
            <a:noFill/>
          </a:ln>
        </p:spPr>
        <p:txBody>
          <a:bodyPr spcFirstLastPara="1" wrap="square" lIns="228575" tIns="228575" rIns="228575" bIns="228575" anchor="t" anchorCtr="0">
            <a:spAutoFit/>
          </a:bodyPr>
          <a:lstStyle/>
          <a:p>
            <a:pPr marL="457200" lvl="0" indent="-457200" algn="just" rtl="0">
              <a:lnSpc>
                <a:spcPct val="90000"/>
              </a:lnSpc>
              <a:spcBef>
                <a:spcPts val="0"/>
              </a:spcBef>
              <a:spcAft>
                <a:spcPts val="0"/>
              </a:spcAft>
              <a:buClr>
                <a:schemeClr val="dk1"/>
              </a:buClr>
              <a:buSzPts val="3600"/>
              <a:buFont typeface="Noto Sans Symbols"/>
              <a:buChar char="⮚"/>
            </a:pPr>
            <a:r>
              <a:rPr lang="en-US" sz="5400" b="1" dirty="0"/>
              <a:t>Automated Attendance Tracking</a:t>
            </a:r>
            <a:endParaRPr sz="5400"/>
          </a:p>
          <a:p>
            <a:pPr marL="457200" lvl="0" indent="-457200" algn="just" rtl="0">
              <a:lnSpc>
                <a:spcPct val="90000"/>
              </a:lnSpc>
              <a:spcBef>
                <a:spcPts val="3600"/>
              </a:spcBef>
              <a:spcAft>
                <a:spcPts val="0"/>
              </a:spcAft>
              <a:buClr>
                <a:schemeClr val="dk1"/>
              </a:buClr>
              <a:buSzPts val="3600"/>
              <a:buFont typeface="Noto Sans Symbols"/>
              <a:buChar char="⮚"/>
            </a:pPr>
            <a:r>
              <a:rPr lang="en-US" sz="5400" b="1" dirty="0"/>
              <a:t>Reporting and Analytics</a:t>
            </a:r>
            <a:endParaRPr sz="5400"/>
          </a:p>
          <a:p>
            <a:pPr marL="457200" lvl="0" indent="-457200" algn="just" rtl="0">
              <a:lnSpc>
                <a:spcPct val="90000"/>
              </a:lnSpc>
              <a:spcBef>
                <a:spcPts val="3600"/>
              </a:spcBef>
              <a:spcAft>
                <a:spcPts val="0"/>
              </a:spcAft>
              <a:buClr>
                <a:schemeClr val="dk1"/>
              </a:buClr>
              <a:buSzPts val="3600"/>
              <a:buFont typeface="Noto Sans Symbols"/>
              <a:buChar char="⮚"/>
            </a:pPr>
            <a:r>
              <a:rPr lang="en-US" sz="5400" b="1" dirty="0"/>
              <a:t>Biometric Authentication</a:t>
            </a:r>
            <a:endParaRPr sz="5400"/>
          </a:p>
          <a:p>
            <a:pPr marL="457200" lvl="0" indent="-457200" algn="just" rtl="0">
              <a:lnSpc>
                <a:spcPct val="90000"/>
              </a:lnSpc>
              <a:spcBef>
                <a:spcPts val="3600"/>
              </a:spcBef>
              <a:spcAft>
                <a:spcPts val="0"/>
              </a:spcAft>
              <a:buClr>
                <a:schemeClr val="dk1"/>
              </a:buClr>
              <a:buSzPts val="3600"/>
              <a:buFont typeface="Noto Sans Symbols"/>
              <a:buChar char="⮚"/>
            </a:pPr>
            <a:r>
              <a:rPr lang="en-US" sz="5400" b="1" dirty="0"/>
              <a:t>Data Backup and Recovery</a:t>
            </a:r>
            <a:endParaRPr sz="5400"/>
          </a:p>
          <a:p>
            <a:pPr marL="457200" lvl="0" indent="-457200" algn="just" rtl="0">
              <a:lnSpc>
                <a:spcPct val="90000"/>
              </a:lnSpc>
              <a:spcBef>
                <a:spcPts val="3600"/>
              </a:spcBef>
              <a:spcAft>
                <a:spcPts val="0"/>
              </a:spcAft>
              <a:buClr>
                <a:schemeClr val="dk1"/>
              </a:buClr>
              <a:buSzPts val="3600"/>
              <a:buFont typeface="Noto Sans Symbols"/>
              <a:buChar char="⮚"/>
            </a:pPr>
            <a:r>
              <a:rPr lang="en-US" sz="5400" b="1" dirty="0"/>
              <a:t>Web-Based Interface</a:t>
            </a:r>
            <a:endParaRPr sz="5400"/>
          </a:p>
          <a:p>
            <a:pPr marL="457200" lvl="0" indent="-457200" algn="just" rtl="0">
              <a:lnSpc>
                <a:spcPct val="90000"/>
              </a:lnSpc>
              <a:spcBef>
                <a:spcPts val="3600"/>
              </a:spcBef>
              <a:spcAft>
                <a:spcPts val="0"/>
              </a:spcAft>
              <a:buClr>
                <a:schemeClr val="dk1"/>
              </a:buClr>
              <a:buSzPts val="3600"/>
              <a:buFont typeface="Noto Sans Symbols"/>
              <a:buChar char="⮚"/>
            </a:pPr>
            <a:r>
              <a:rPr lang="en-US" sz="5400" b="1" dirty="0"/>
              <a:t>Real-time Monitoring</a:t>
            </a:r>
            <a:endParaRPr sz="5400"/>
          </a:p>
          <a:p>
            <a:pPr marL="457200" lvl="0" indent="-457200" algn="just" rtl="0">
              <a:lnSpc>
                <a:spcPct val="90000"/>
              </a:lnSpc>
              <a:spcBef>
                <a:spcPts val="3600"/>
              </a:spcBef>
              <a:spcAft>
                <a:spcPts val="0"/>
              </a:spcAft>
              <a:buClr>
                <a:schemeClr val="dk1"/>
              </a:buClr>
              <a:buSzPts val="3600"/>
              <a:buFont typeface="Noto Sans Symbols"/>
              <a:buChar char="⮚"/>
            </a:pPr>
            <a:r>
              <a:rPr lang="en-US" sz="5400" b="1" dirty="0"/>
              <a:t>Customizable Alerts</a:t>
            </a:r>
            <a:endParaRPr sz="5400">
              <a:latin typeface="Arial"/>
              <a:ea typeface="Arial"/>
              <a:cs typeface="Arial"/>
              <a:sym typeface="Arial"/>
            </a:endParaRPr>
          </a:p>
          <a:p>
            <a:pPr marL="0" lvl="0" indent="0" algn="l" rtl="0">
              <a:lnSpc>
                <a:spcPct val="90000"/>
              </a:lnSpc>
              <a:spcBef>
                <a:spcPts val="3600"/>
              </a:spcBef>
              <a:spcAft>
                <a:spcPts val="0"/>
              </a:spcAft>
              <a:buClr>
                <a:schemeClr val="dk1"/>
              </a:buClr>
              <a:buSzPts val="3200"/>
              <a:buNone/>
            </a:pPr>
            <a:r>
              <a:rPr lang="en-US" sz="3200" b="0" i="0" dirty="0">
                <a:latin typeface="Arial"/>
                <a:ea typeface="Arial"/>
                <a:cs typeface="Arial"/>
                <a:sym typeface="Arial"/>
              </a:rPr>
              <a:t>                            </a:t>
            </a:r>
            <a:endParaRPr sz="3200" b="0" i="0">
              <a:latin typeface="Arial"/>
              <a:ea typeface="Arial"/>
              <a:cs typeface="Arial"/>
              <a:sym typeface="Arial"/>
            </a:endParaRPr>
          </a:p>
          <a:p>
            <a:pPr marL="0" lvl="0" indent="0" algn="l" rtl="0">
              <a:lnSpc>
                <a:spcPct val="90000"/>
              </a:lnSpc>
              <a:spcBef>
                <a:spcPts val="3600"/>
              </a:spcBef>
              <a:spcAft>
                <a:spcPts val="0"/>
              </a:spcAft>
              <a:buClr>
                <a:schemeClr val="dk1"/>
              </a:buClr>
              <a:buSzPts val="3200"/>
              <a:buNone/>
            </a:pPr>
            <a:r>
              <a:rPr lang="en-US" sz="3200" dirty="0">
                <a:latin typeface="Arial"/>
                <a:ea typeface="Arial"/>
                <a:cs typeface="Arial"/>
                <a:sym typeface="Arial"/>
              </a:rPr>
              <a:t>                           </a:t>
            </a:r>
            <a:endParaRPr sz="3600" b="0" i="0">
              <a:latin typeface="Arial"/>
              <a:ea typeface="Arial"/>
              <a:cs typeface="Arial"/>
              <a:sym typeface="Arial"/>
            </a:endParaRPr>
          </a:p>
          <a:p>
            <a:pPr marL="0" lvl="0" indent="0" algn="just" rtl="0">
              <a:lnSpc>
                <a:spcPct val="90000"/>
              </a:lnSpc>
              <a:spcBef>
                <a:spcPts val="3600"/>
              </a:spcBef>
              <a:spcAft>
                <a:spcPts val="0"/>
              </a:spcAft>
              <a:buClr>
                <a:schemeClr val="dk1"/>
              </a:buClr>
              <a:buSzPts val="3300"/>
              <a:buNone/>
            </a:pPr>
            <a:r>
              <a:rPr lang="en-US" sz="3300" b="0" i="0" dirty="0" smtClean="0">
                <a:latin typeface="Arial"/>
                <a:ea typeface="Arial"/>
                <a:cs typeface="Arial"/>
                <a:sym typeface="Arial"/>
              </a:rPr>
              <a:t>s </a:t>
            </a:r>
            <a:endParaRPr sz="3300"/>
          </a:p>
        </p:txBody>
      </p:sp>
      <p:sp>
        <p:nvSpPr>
          <p:cNvPr id="163" name="Google Shape;163;p1"/>
          <p:cNvSpPr txBox="1">
            <a:spLocks noGrp="1"/>
          </p:cNvSpPr>
          <p:nvPr>
            <p:ph type="body" idx="6"/>
          </p:nvPr>
        </p:nvSpPr>
        <p:spPr>
          <a:xfrm>
            <a:off x="1228856" y="17519476"/>
            <a:ext cx="9750223" cy="5761555"/>
          </a:xfrm>
          <a:prstGeom prst="rect">
            <a:avLst/>
          </a:prstGeom>
          <a:noFill/>
          <a:ln>
            <a:noFill/>
          </a:ln>
        </p:spPr>
        <p:txBody>
          <a:bodyPr spcFirstLastPara="1" wrap="square" lIns="228575" tIns="228575" rIns="228575" bIns="228575" anchor="t" anchorCtr="0">
            <a:spAutoFit/>
          </a:bodyPr>
          <a:lstStyle/>
          <a:p>
            <a:pPr marL="685800" lvl="0" indent="-685800" algn="just" rtl="0">
              <a:lnSpc>
                <a:spcPct val="90000"/>
              </a:lnSpc>
              <a:spcBef>
                <a:spcPts val="0"/>
              </a:spcBef>
              <a:spcAft>
                <a:spcPts val="0"/>
              </a:spcAft>
              <a:buClr>
                <a:schemeClr val="dk1"/>
              </a:buClr>
              <a:buSzPts val="3600"/>
              <a:buNone/>
            </a:pPr>
            <a:r>
              <a:rPr lang="en-US" sz="3600" b="1"/>
              <a:t>Frontend</a:t>
            </a:r>
            <a:endParaRPr/>
          </a:p>
          <a:p>
            <a:pPr marL="685800" lvl="0" indent="-685800" algn="just" rtl="0">
              <a:lnSpc>
                <a:spcPct val="90000"/>
              </a:lnSpc>
              <a:spcBef>
                <a:spcPts val="3600"/>
              </a:spcBef>
              <a:spcAft>
                <a:spcPts val="0"/>
              </a:spcAft>
              <a:buClr>
                <a:schemeClr val="dk1"/>
              </a:buClr>
              <a:buSzPts val="3600"/>
              <a:buFont typeface="Noto Sans Symbols"/>
              <a:buChar char="⮚"/>
            </a:pPr>
            <a:r>
              <a:rPr lang="en-US" sz="3600"/>
              <a:t>Html</a:t>
            </a:r>
            <a:endParaRPr/>
          </a:p>
          <a:p>
            <a:pPr marL="685800" lvl="0" indent="-685800" algn="just" rtl="0">
              <a:lnSpc>
                <a:spcPct val="90000"/>
              </a:lnSpc>
              <a:spcBef>
                <a:spcPts val="3600"/>
              </a:spcBef>
              <a:spcAft>
                <a:spcPts val="0"/>
              </a:spcAft>
              <a:buClr>
                <a:schemeClr val="dk1"/>
              </a:buClr>
              <a:buSzPts val="3600"/>
              <a:buFont typeface="Noto Sans Symbols"/>
              <a:buChar char="⮚"/>
            </a:pPr>
            <a:r>
              <a:rPr lang="en-US" sz="3600"/>
              <a:t>Css</a:t>
            </a:r>
            <a:endParaRPr sz="3600"/>
          </a:p>
          <a:p>
            <a:pPr marL="685800" lvl="0" indent="-685800" algn="just" rtl="0">
              <a:lnSpc>
                <a:spcPct val="90000"/>
              </a:lnSpc>
              <a:spcBef>
                <a:spcPts val="3600"/>
              </a:spcBef>
              <a:spcAft>
                <a:spcPts val="0"/>
              </a:spcAft>
              <a:buClr>
                <a:schemeClr val="dk1"/>
              </a:buClr>
              <a:buSzPts val="3600"/>
              <a:buFont typeface="Noto Sans Symbols"/>
              <a:buChar char="⮚"/>
            </a:pPr>
            <a:r>
              <a:rPr lang="en-US" sz="3600"/>
              <a:t>Javascrip</a:t>
            </a:r>
            <a:endParaRPr sz="3600"/>
          </a:p>
          <a:p>
            <a:pPr marL="685800" lvl="0" indent="-685800" algn="just" rtl="0">
              <a:lnSpc>
                <a:spcPct val="90000"/>
              </a:lnSpc>
              <a:spcBef>
                <a:spcPts val="3600"/>
              </a:spcBef>
              <a:spcAft>
                <a:spcPts val="0"/>
              </a:spcAft>
              <a:buClr>
                <a:schemeClr val="dk1"/>
              </a:buClr>
              <a:buSzPts val="3600"/>
              <a:buNone/>
            </a:pPr>
            <a:r>
              <a:rPr lang="en-US" sz="3600" b="1"/>
              <a:t>Backend</a:t>
            </a:r>
            <a:endParaRPr/>
          </a:p>
          <a:p>
            <a:pPr marL="685800" lvl="0" indent="-685800" algn="just" rtl="0">
              <a:lnSpc>
                <a:spcPct val="90000"/>
              </a:lnSpc>
              <a:spcBef>
                <a:spcPts val="3600"/>
              </a:spcBef>
              <a:spcAft>
                <a:spcPts val="0"/>
              </a:spcAft>
              <a:buClr>
                <a:schemeClr val="dk1"/>
              </a:buClr>
              <a:buSzPts val="3600"/>
              <a:buFont typeface="Noto Sans Symbols"/>
              <a:buChar char="⮚"/>
            </a:pPr>
            <a:r>
              <a:rPr lang="en-US" sz="3600"/>
              <a:t>Python</a:t>
            </a:r>
            <a:endParaRPr sz="3600"/>
          </a:p>
        </p:txBody>
      </p:sp>
      <p:sp>
        <p:nvSpPr>
          <p:cNvPr id="164" name="Google Shape;164;p1"/>
          <p:cNvSpPr txBox="1">
            <a:spLocks noGrp="1"/>
          </p:cNvSpPr>
          <p:nvPr>
            <p:ph type="body" idx="7"/>
          </p:nvPr>
        </p:nvSpPr>
        <p:spPr>
          <a:xfrm>
            <a:off x="5959639" y="1897081"/>
            <a:ext cx="31998968" cy="1663178"/>
          </a:xfrm>
          <a:prstGeom prst="rect">
            <a:avLst/>
          </a:prstGeom>
          <a:noFill/>
          <a:ln>
            <a:noFill/>
          </a:ln>
        </p:spPr>
        <p:txBody>
          <a:bodyPr spcFirstLastPara="1" wrap="square" lIns="91425" tIns="91425" rIns="91425" bIns="91425" anchor="ctr" anchorCtr="0">
            <a:normAutofit/>
          </a:bodyPr>
          <a:lstStyle/>
          <a:p>
            <a:pPr marL="0" lvl="0" indent="0" algn="ctr" rtl="0">
              <a:lnSpc>
                <a:spcPct val="90000"/>
              </a:lnSpc>
              <a:spcBef>
                <a:spcPts val="0"/>
              </a:spcBef>
              <a:spcAft>
                <a:spcPts val="0"/>
              </a:spcAft>
              <a:buClr>
                <a:srgbClr val="D8D8D8"/>
              </a:buClr>
              <a:buSzPts val="6000"/>
              <a:buNone/>
            </a:pPr>
            <a:r>
              <a:rPr lang="en-US" sz="6000">
                <a:solidFill>
                  <a:srgbClr val="D8D8D8"/>
                </a:solidFill>
              </a:rPr>
              <a:t>Adarsh Underiya</a:t>
            </a:r>
            <a:endParaRPr sz="6000">
              <a:solidFill>
                <a:srgbClr val="D8D8D8"/>
              </a:solidFill>
            </a:endParaRPr>
          </a:p>
          <a:p>
            <a:pPr marL="0" lvl="0" indent="0" algn="ctr" rtl="0">
              <a:lnSpc>
                <a:spcPct val="90000"/>
              </a:lnSpc>
              <a:spcBef>
                <a:spcPts val="0"/>
              </a:spcBef>
              <a:spcAft>
                <a:spcPts val="0"/>
              </a:spcAft>
              <a:buClr>
                <a:srgbClr val="D8D8D8"/>
              </a:buClr>
              <a:buSzPts val="6000"/>
              <a:buNone/>
            </a:pPr>
            <a:endParaRPr sz="6000">
              <a:solidFill>
                <a:srgbClr val="D8D8D8"/>
              </a:solidFill>
            </a:endParaRPr>
          </a:p>
        </p:txBody>
      </p:sp>
      <p:sp>
        <p:nvSpPr>
          <p:cNvPr id="165" name="Google Shape;165;p1"/>
          <p:cNvSpPr txBox="1">
            <a:spLocks noGrp="1"/>
          </p:cNvSpPr>
          <p:nvPr>
            <p:ph type="body" idx="8"/>
          </p:nvPr>
        </p:nvSpPr>
        <p:spPr>
          <a:xfrm>
            <a:off x="5932593" y="209781"/>
            <a:ext cx="31998968" cy="2462321"/>
          </a:xfrm>
          <a:prstGeom prst="rect">
            <a:avLst/>
          </a:prstGeom>
          <a:noFill/>
          <a:ln>
            <a:noFill/>
          </a:ln>
        </p:spPr>
        <p:txBody>
          <a:bodyPr spcFirstLastPara="1" wrap="square" lIns="91425" tIns="91425" rIns="91425" bIns="91425" anchor="ctr" anchorCtr="0">
            <a:normAutofit/>
          </a:bodyPr>
          <a:lstStyle/>
          <a:p>
            <a:pPr marL="0" lvl="0" indent="0" algn="ctr" rtl="0">
              <a:lnSpc>
                <a:spcPct val="90000"/>
              </a:lnSpc>
              <a:spcBef>
                <a:spcPts val="0"/>
              </a:spcBef>
              <a:spcAft>
                <a:spcPts val="0"/>
              </a:spcAft>
              <a:buClr>
                <a:srgbClr val="D8D8D8"/>
              </a:buClr>
              <a:buSzPts val="6600"/>
              <a:buNone/>
            </a:pPr>
            <a:r>
              <a:rPr lang="en-US" sz="6600">
                <a:solidFill>
                  <a:srgbClr val="D8D8D8"/>
                </a:solidFill>
                <a:latin typeface="Arial"/>
                <a:ea typeface="Arial"/>
                <a:cs typeface="Arial"/>
                <a:sym typeface="Arial"/>
              </a:rPr>
              <a:t>Student Attendence System</a:t>
            </a:r>
            <a:endParaRPr/>
          </a:p>
        </p:txBody>
      </p:sp>
      <p:sp>
        <p:nvSpPr>
          <p:cNvPr id="166" name="Google Shape;166;p1"/>
          <p:cNvSpPr/>
          <p:nvPr/>
        </p:nvSpPr>
        <p:spPr>
          <a:xfrm>
            <a:off x="0" y="-430887"/>
            <a:ext cx="65" cy="86177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1"/>
              </a:buClr>
              <a:buSzPts val="1000"/>
              <a:buFont typeface="Calibri"/>
              <a:buNone/>
            </a:pPr>
            <a:endParaRPr sz="1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Font typeface="Calibri"/>
              <a:buNone/>
            </a:pPr>
            <a:r>
              <a:rPr lang="en-US" sz="2800" b="0" i="0" u="none" strike="noStrike" cap="none">
                <a:solidFill>
                  <a:schemeClr val="dk1"/>
                </a:solidFill>
                <a:latin typeface="Calibri"/>
                <a:ea typeface="Calibri"/>
                <a:cs typeface="Calibri"/>
                <a:sym typeface="Calibri"/>
              </a:rPr>
              <a:t/>
            </a:r>
            <a:br>
              <a:rPr lang="en-US" sz="2800" b="0" i="0" u="none" strike="noStrike" cap="none">
                <a:solidFill>
                  <a:schemeClr val="dk1"/>
                </a:solidFill>
                <a:latin typeface="Calibri"/>
                <a:ea typeface="Calibri"/>
                <a:cs typeface="Calibri"/>
                <a:sym typeface="Calibri"/>
              </a:rPr>
            </a:br>
            <a:endParaRPr sz="1800" b="0" i="0" u="none" strike="noStrike" cap="none">
              <a:solidFill>
                <a:schemeClr val="dk1"/>
              </a:solidFill>
              <a:latin typeface="Arial"/>
              <a:ea typeface="Arial"/>
              <a:cs typeface="Arial"/>
              <a:sym typeface="Arial"/>
            </a:endParaRPr>
          </a:p>
        </p:txBody>
      </p:sp>
      <p:pic>
        <p:nvPicPr>
          <p:cNvPr id="167" name="Google Shape;167;p1" descr="User"/>
          <p:cNvPicPr preferRelativeResize="0"/>
          <p:nvPr/>
        </p:nvPicPr>
        <p:blipFill rotWithShape="1">
          <a:blip r:embed="rId3">
            <a:alphaModFix/>
          </a:blip>
          <a:srcRect/>
          <a:stretch/>
        </p:blipFill>
        <p:spPr>
          <a:xfrm>
            <a:off x="127000" y="-9075738"/>
            <a:ext cx="342900" cy="342900"/>
          </a:xfrm>
          <a:prstGeom prst="rect">
            <a:avLst/>
          </a:prstGeom>
          <a:noFill/>
          <a:ln>
            <a:noFill/>
          </a:ln>
        </p:spPr>
      </p:pic>
      <p:pic>
        <p:nvPicPr>
          <p:cNvPr id="168" name="Google Shape;168;p1" descr="User"/>
          <p:cNvPicPr preferRelativeResize="0"/>
          <p:nvPr/>
        </p:nvPicPr>
        <p:blipFill rotWithShape="1">
          <a:blip r:embed="rId3">
            <a:alphaModFix/>
          </a:blip>
          <a:srcRect/>
          <a:stretch/>
        </p:blipFill>
        <p:spPr>
          <a:xfrm>
            <a:off x="127000" y="-4914900"/>
            <a:ext cx="342900" cy="342900"/>
          </a:xfrm>
          <a:prstGeom prst="rect">
            <a:avLst/>
          </a:prstGeom>
          <a:noFill/>
          <a:ln>
            <a:noFill/>
          </a:ln>
        </p:spPr>
      </p:pic>
      <p:pic>
        <p:nvPicPr>
          <p:cNvPr id="169" name="Google Shape;169;p1" descr="User"/>
          <p:cNvPicPr preferRelativeResize="0"/>
          <p:nvPr/>
        </p:nvPicPr>
        <p:blipFill rotWithShape="1">
          <a:blip r:embed="rId3">
            <a:alphaModFix/>
          </a:blip>
          <a:srcRect/>
          <a:stretch/>
        </p:blipFill>
        <p:spPr>
          <a:xfrm>
            <a:off x="127000" y="114300"/>
            <a:ext cx="342900" cy="342900"/>
          </a:xfrm>
          <a:prstGeom prst="rect">
            <a:avLst/>
          </a:prstGeom>
          <a:noFill/>
          <a:ln>
            <a:noFill/>
          </a:ln>
        </p:spPr>
      </p:pic>
      <p:pic>
        <p:nvPicPr>
          <p:cNvPr id="170" name="Google Shape;170;p1" descr="User"/>
          <p:cNvPicPr preferRelativeResize="0"/>
          <p:nvPr/>
        </p:nvPicPr>
        <p:blipFill rotWithShape="1">
          <a:blip r:embed="rId3">
            <a:alphaModFix/>
          </a:blip>
          <a:srcRect/>
          <a:stretch/>
        </p:blipFill>
        <p:spPr>
          <a:xfrm>
            <a:off x="127000" y="4594225"/>
            <a:ext cx="342900" cy="342900"/>
          </a:xfrm>
          <a:prstGeom prst="rect">
            <a:avLst/>
          </a:prstGeom>
          <a:noFill/>
          <a:ln>
            <a:noFill/>
          </a:ln>
        </p:spPr>
      </p:pic>
      <p:pic>
        <p:nvPicPr>
          <p:cNvPr id="171" name="Google Shape;171;p1" descr="User"/>
          <p:cNvPicPr preferRelativeResize="0"/>
          <p:nvPr/>
        </p:nvPicPr>
        <p:blipFill rotWithShape="1">
          <a:blip r:embed="rId3">
            <a:alphaModFix/>
          </a:blip>
          <a:srcRect/>
          <a:stretch/>
        </p:blipFill>
        <p:spPr>
          <a:xfrm>
            <a:off x="127000" y="7932738"/>
            <a:ext cx="342900" cy="342900"/>
          </a:xfrm>
          <a:prstGeom prst="rect">
            <a:avLst/>
          </a:prstGeom>
          <a:noFill/>
          <a:ln>
            <a:noFill/>
          </a:ln>
        </p:spPr>
      </p:pic>
      <p:sp>
        <p:nvSpPr>
          <p:cNvPr id="172" name="Google Shape;172;p1"/>
          <p:cNvSpPr/>
          <p:nvPr/>
        </p:nvSpPr>
        <p:spPr>
          <a:xfrm>
            <a:off x="1343111" y="4741333"/>
            <a:ext cx="10061845" cy="1022950"/>
          </a:xfrm>
          <a:prstGeom prst="rect">
            <a:avLst/>
          </a:prstGeom>
          <a:solidFill>
            <a:srgbClr val="DC522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dk1"/>
              </a:solidFill>
              <a:latin typeface="Calibri"/>
              <a:ea typeface="Calibri"/>
              <a:cs typeface="Calibri"/>
              <a:sym typeface="Calibri"/>
            </a:endParaRPr>
          </a:p>
        </p:txBody>
      </p:sp>
      <p:sp>
        <p:nvSpPr>
          <p:cNvPr id="173" name="Google Shape;173;p1"/>
          <p:cNvSpPr txBox="1"/>
          <p:nvPr/>
        </p:nvSpPr>
        <p:spPr>
          <a:xfrm>
            <a:off x="3639581" y="4881852"/>
            <a:ext cx="4946704"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a:solidFill>
                  <a:schemeClr val="lt1"/>
                </a:solidFill>
                <a:latin typeface="Calibri"/>
                <a:ea typeface="Calibri"/>
                <a:cs typeface="Calibri"/>
                <a:sym typeface="Calibri"/>
              </a:rPr>
              <a:t>INTRODUCTION</a:t>
            </a:r>
            <a:endParaRPr/>
          </a:p>
        </p:txBody>
      </p:sp>
      <p:sp>
        <p:nvSpPr>
          <p:cNvPr id="174" name="Google Shape;174;p1"/>
          <p:cNvSpPr/>
          <p:nvPr/>
        </p:nvSpPr>
        <p:spPr>
          <a:xfrm>
            <a:off x="1505670" y="16535914"/>
            <a:ext cx="9899286" cy="1050962"/>
          </a:xfrm>
          <a:prstGeom prst="rect">
            <a:avLst/>
          </a:prstGeom>
          <a:solidFill>
            <a:srgbClr val="D7502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lt1"/>
              </a:solidFill>
              <a:latin typeface="Calibri"/>
              <a:ea typeface="Calibri"/>
              <a:cs typeface="Calibri"/>
              <a:sym typeface="Calibri"/>
            </a:endParaRPr>
          </a:p>
        </p:txBody>
      </p:sp>
      <p:sp>
        <p:nvSpPr>
          <p:cNvPr id="175" name="Google Shape;175;p1"/>
          <p:cNvSpPr txBox="1"/>
          <p:nvPr/>
        </p:nvSpPr>
        <p:spPr>
          <a:xfrm>
            <a:off x="3868723" y="16535914"/>
            <a:ext cx="4488419"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a:solidFill>
                  <a:schemeClr val="lt1"/>
                </a:solidFill>
                <a:latin typeface="Calibri"/>
                <a:ea typeface="Calibri"/>
                <a:cs typeface="Calibri"/>
                <a:sym typeface="Calibri"/>
              </a:rPr>
              <a:t>Techonology Stack</a:t>
            </a:r>
            <a:endParaRPr sz="4000" b="1" i="0" u="none" strike="noStrike" cap="none">
              <a:solidFill>
                <a:schemeClr val="lt1"/>
              </a:solidFill>
              <a:latin typeface="Calibri"/>
              <a:ea typeface="Calibri"/>
              <a:cs typeface="Calibri"/>
              <a:sym typeface="Calibri"/>
            </a:endParaRPr>
          </a:p>
        </p:txBody>
      </p:sp>
      <p:sp>
        <p:nvSpPr>
          <p:cNvPr id="176" name="Google Shape;176;p1"/>
          <p:cNvSpPr/>
          <p:nvPr/>
        </p:nvSpPr>
        <p:spPr>
          <a:xfrm>
            <a:off x="32850428" y="4718791"/>
            <a:ext cx="10050649" cy="991606"/>
          </a:xfrm>
          <a:prstGeom prst="rect">
            <a:avLst/>
          </a:prstGeom>
          <a:solidFill>
            <a:srgbClr val="D7502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i="0" u="none" strike="noStrike" cap="none">
                <a:solidFill>
                  <a:schemeClr val="lt1"/>
                </a:solidFill>
                <a:latin typeface="Calibri"/>
                <a:ea typeface="Calibri"/>
                <a:cs typeface="Calibri"/>
                <a:sym typeface="Calibri"/>
              </a:rPr>
              <a:t>FEATURES</a:t>
            </a:r>
            <a:endParaRPr/>
          </a:p>
        </p:txBody>
      </p:sp>
      <p:sp>
        <p:nvSpPr>
          <p:cNvPr id="178" name="Google Shape;178;p1"/>
          <p:cNvSpPr/>
          <p:nvPr/>
        </p:nvSpPr>
        <p:spPr>
          <a:xfrm>
            <a:off x="11947976" y="4714999"/>
            <a:ext cx="20380743" cy="991606"/>
          </a:xfrm>
          <a:prstGeom prst="rect">
            <a:avLst/>
          </a:prstGeom>
          <a:solidFill>
            <a:srgbClr val="20455A"/>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400" b="1" i="0" u="none" strike="noStrike" cap="none">
                <a:solidFill>
                  <a:schemeClr val="lt1"/>
                </a:solidFill>
                <a:latin typeface="Calibri"/>
                <a:ea typeface="Calibri"/>
                <a:cs typeface="Calibri"/>
                <a:sym typeface="Calibri"/>
              </a:rPr>
              <a:t>Method Purposed</a:t>
            </a:r>
            <a:endParaRPr/>
          </a:p>
        </p:txBody>
      </p:sp>
      <p:sp>
        <p:nvSpPr>
          <p:cNvPr id="179" name="Google Shape;179;p1"/>
          <p:cNvSpPr/>
          <p:nvPr/>
        </p:nvSpPr>
        <p:spPr>
          <a:xfrm>
            <a:off x="11934571" y="12388693"/>
            <a:ext cx="20178953" cy="1115837"/>
          </a:xfrm>
          <a:prstGeom prst="rect">
            <a:avLst/>
          </a:prstGeom>
          <a:solidFill>
            <a:srgbClr val="204459"/>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i="0" u="none" strike="noStrike" cap="none" dirty="0" smtClean="0">
                <a:solidFill>
                  <a:schemeClr val="lt1"/>
                </a:solidFill>
                <a:latin typeface="Calibri"/>
                <a:ea typeface="Calibri"/>
                <a:cs typeface="Calibri"/>
                <a:sym typeface="Calibri"/>
              </a:rPr>
              <a:t>Diagram</a:t>
            </a:r>
            <a:endParaRPr/>
          </a:p>
        </p:txBody>
      </p:sp>
      <p:sp>
        <p:nvSpPr>
          <p:cNvPr id="181" name="Google Shape;181;p1"/>
          <p:cNvSpPr txBox="1"/>
          <p:nvPr/>
        </p:nvSpPr>
        <p:spPr>
          <a:xfrm rot="9366478" flipH="1">
            <a:off x="-1447999" y="-2410097"/>
            <a:ext cx="445910" cy="720747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50">
                <a:solidFill>
                  <a:srgbClr val="FFFFFF"/>
                </a:solidFill>
                <a:highlight>
                  <a:schemeClr val="dk1"/>
                </a:highlight>
                <a:latin typeface="Courier New"/>
                <a:ea typeface="Courier New"/>
                <a:cs typeface="Courier New"/>
                <a:sym typeface="Courier New"/>
              </a:rPr>
              <a:t>+</a:t>
            </a:r>
            <a:r>
              <a:rPr lang="en-US" sz="1050">
                <a:solidFill>
                  <a:schemeClr val="dk1"/>
                </a:solidFill>
                <a:highlight>
                  <a:schemeClr val="dk1"/>
                </a:highlight>
                <a:latin typeface="Courier New"/>
                <a:ea typeface="Courier New"/>
                <a:cs typeface="Courier New"/>
                <a:sym typeface="Courier New"/>
              </a:rPr>
              <a:t>-----------------+</a:t>
            </a:r>
            <a:r>
              <a:rPr lang="en-US" sz="1050">
                <a:solidFill>
                  <a:srgbClr val="FFFFFF"/>
                </a:solidFill>
                <a:highlight>
                  <a:schemeClr val="dk1"/>
                </a:highlight>
                <a:latin typeface="Courier New"/>
                <a:ea typeface="Courier New"/>
                <a:cs typeface="Courier New"/>
                <a:sym typeface="Courier New"/>
              </a:rPr>
              <a:t> | </a:t>
            </a:r>
            <a:r>
              <a:rPr lang="en-US" sz="1050">
                <a:solidFill>
                  <a:srgbClr val="2E95D3"/>
                </a:solidFill>
                <a:highlight>
                  <a:schemeClr val="dk1"/>
                </a:highlight>
                <a:latin typeface="Courier New"/>
                <a:ea typeface="Courier New"/>
                <a:cs typeface="Courier New"/>
                <a:sym typeface="Courier New"/>
              </a:rPr>
              <a:t>External</a:t>
            </a:r>
            <a:r>
              <a:rPr lang="en-US" sz="1050">
                <a:solidFill>
                  <a:srgbClr val="FFFFFF"/>
                </a:solidFill>
                <a:highlight>
                  <a:schemeClr val="dk1"/>
                </a:highlight>
                <a:latin typeface="Courier New"/>
                <a:ea typeface="Courier New"/>
                <a:cs typeface="Courier New"/>
                <a:sym typeface="Courier New"/>
              </a:rPr>
              <a:t> | | Entity | | (e.g., </a:t>
            </a:r>
            <a:r>
              <a:rPr lang="en-US" sz="1050">
                <a:solidFill>
                  <a:srgbClr val="2E95D3"/>
                </a:solidFill>
                <a:highlight>
                  <a:schemeClr val="dk1"/>
                </a:highlight>
                <a:latin typeface="Courier New"/>
                <a:ea typeface="Courier New"/>
                <a:cs typeface="Courier New"/>
                <a:sym typeface="Courier New"/>
              </a:rPr>
              <a:t>User</a:t>
            </a:r>
            <a:r>
              <a:rPr lang="en-US" sz="1050">
                <a:solidFill>
                  <a:srgbClr val="FFFFFF"/>
                </a:solidFill>
                <a:highlight>
                  <a:schemeClr val="dk1"/>
                </a:highlight>
                <a:latin typeface="Courier New"/>
                <a:ea typeface="Courier New"/>
                <a:cs typeface="Courier New"/>
                <a:sym typeface="Courier New"/>
              </a:rPr>
              <a:t>) | +</a:t>
            </a:r>
            <a:r>
              <a:rPr lang="en-US" sz="1050">
                <a:solidFill>
                  <a:schemeClr val="dk1"/>
                </a:solidFill>
                <a:highlight>
                  <a:schemeClr val="dk1"/>
                </a:highlight>
                <a:latin typeface="Courier New"/>
                <a:ea typeface="Courier New"/>
                <a:cs typeface="Courier New"/>
                <a:sym typeface="Courier New"/>
              </a:rPr>
              <a:t>-----------------+</a:t>
            </a:r>
            <a:r>
              <a:rPr lang="en-US" sz="1050">
                <a:solidFill>
                  <a:srgbClr val="FFFFFF"/>
                </a:solidFill>
                <a:highlight>
                  <a:schemeClr val="dk1"/>
                </a:highlight>
                <a:latin typeface="Courier New"/>
                <a:ea typeface="Courier New"/>
                <a:cs typeface="Courier New"/>
                <a:sym typeface="Courier New"/>
              </a:rPr>
              <a:t> | v +</a:t>
            </a:r>
            <a:r>
              <a:rPr lang="en-US" sz="1050">
                <a:solidFill>
                  <a:schemeClr val="dk1"/>
                </a:solidFill>
                <a:highlight>
                  <a:schemeClr val="dk1"/>
                </a:highlight>
                <a:latin typeface="Courier New"/>
                <a:ea typeface="Courier New"/>
                <a:cs typeface="Courier New"/>
                <a:sym typeface="Courier New"/>
              </a:rPr>
              <a:t>--------------+</a:t>
            </a:r>
            <a:r>
              <a:rPr lang="en-US" sz="1050">
                <a:solidFill>
                  <a:srgbClr val="FFFFFF"/>
                </a:solidFill>
                <a:highlight>
                  <a:schemeClr val="dk1"/>
                </a:highlight>
                <a:latin typeface="Courier New"/>
                <a:ea typeface="Courier New"/>
                <a:cs typeface="Courier New"/>
                <a:sym typeface="Courier New"/>
              </a:rPr>
              <a:t> | Processes | +</a:t>
            </a:r>
            <a:r>
              <a:rPr lang="en-US" sz="1050">
                <a:solidFill>
                  <a:schemeClr val="dk1"/>
                </a:solidFill>
                <a:highlight>
                  <a:schemeClr val="dk1"/>
                </a:highlight>
                <a:latin typeface="Courier New"/>
                <a:ea typeface="Courier New"/>
                <a:cs typeface="Courier New"/>
                <a:sym typeface="Courier New"/>
              </a:rPr>
              <a:t>--------------+</a:t>
            </a:r>
            <a:r>
              <a:rPr lang="en-US" sz="1050">
                <a:solidFill>
                  <a:srgbClr val="FFFFFF"/>
                </a:solidFill>
                <a:highlight>
                  <a:schemeClr val="dk1"/>
                </a:highlight>
                <a:latin typeface="Courier New"/>
                <a:ea typeface="Courier New"/>
                <a:cs typeface="Courier New"/>
                <a:sym typeface="Courier New"/>
              </a:rPr>
              <a:t> | </a:t>
            </a:r>
            <a:r>
              <a:rPr lang="en-US" sz="1050">
                <a:solidFill>
                  <a:srgbClr val="DF3079"/>
                </a:solidFill>
                <a:highlight>
                  <a:schemeClr val="dk1"/>
                </a:highlight>
                <a:latin typeface="Courier New"/>
                <a:ea typeface="Courier New"/>
                <a:cs typeface="Courier New"/>
                <a:sym typeface="Courier New"/>
              </a:rPr>
              <a:t>1.</a:t>
            </a:r>
            <a:r>
              <a:rPr lang="en-US" sz="1050">
                <a:solidFill>
                  <a:srgbClr val="FFFFFF"/>
                </a:solidFill>
                <a:highlight>
                  <a:schemeClr val="dk1"/>
                </a:highlight>
                <a:latin typeface="Courier New"/>
                <a:ea typeface="Courier New"/>
                <a:cs typeface="Courier New"/>
                <a:sym typeface="Courier New"/>
              </a:rPr>
              <a:t> Enter | | Attendance| | </a:t>
            </a:r>
            <a:r>
              <a:rPr lang="en-US" sz="1050">
                <a:solidFill>
                  <a:srgbClr val="DF3079"/>
                </a:solidFill>
                <a:highlight>
                  <a:schemeClr val="dk1"/>
                </a:highlight>
                <a:latin typeface="Courier New"/>
                <a:ea typeface="Courier New"/>
                <a:cs typeface="Courier New"/>
                <a:sym typeface="Courier New"/>
              </a:rPr>
              <a:t>2.</a:t>
            </a:r>
            <a:r>
              <a:rPr lang="en-US" sz="1050">
                <a:solidFill>
                  <a:srgbClr val="FFFFFF"/>
                </a:solidFill>
                <a:highlight>
                  <a:schemeClr val="dk1"/>
                </a:highlight>
                <a:latin typeface="Courier New"/>
                <a:ea typeface="Courier New"/>
                <a:cs typeface="Courier New"/>
                <a:sym typeface="Courier New"/>
              </a:rPr>
              <a:t> Generate | | Reports | +</a:t>
            </a:r>
            <a:r>
              <a:rPr lang="en-US" sz="1050">
                <a:solidFill>
                  <a:schemeClr val="dk1"/>
                </a:solidFill>
                <a:highlight>
                  <a:schemeClr val="dk1"/>
                </a:highlight>
                <a:latin typeface="Courier New"/>
                <a:ea typeface="Courier New"/>
                <a:cs typeface="Courier New"/>
                <a:sym typeface="Courier New"/>
              </a:rPr>
              <a:t>--------------+</a:t>
            </a:r>
            <a:r>
              <a:rPr lang="en-US" sz="1050">
                <a:solidFill>
                  <a:srgbClr val="FFFFFF"/>
                </a:solidFill>
                <a:highlight>
                  <a:schemeClr val="dk1"/>
                </a:highlight>
                <a:latin typeface="Courier New"/>
                <a:ea typeface="Courier New"/>
                <a:cs typeface="Courier New"/>
                <a:sym typeface="Courier New"/>
              </a:rPr>
              <a:t> | v +</a:t>
            </a:r>
            <a:r>
              <a:rPr lang="en-US" sz="1050">
                <a:solidFill>
                  <a:schemeClr val="dk1"/>
                </a:solidFill>
                <a:highlight>
                  <a:schemeClr val="dk1"/>
                </a:highlight>
                <a:latin typeface="Courier New"/>
                <a:ea typeface="Courier New"/>
                <a:cs typeface="Courier New"/>
                <a:sym typeface="Courier New"/>
              </a:rPr>
              <a:t>--------------+</a:t>
            </a:r>
            <a:r>
              <a:rPr lang="en-US" sz="1050">
                <a:solidFill>
                  <a:srgbClr val="FFFFFF"/>
                </a:solidFill>
                <a:highlight>
                  <a:schemeClr val="dk1"/>
                </a:highlight>
                <a:latin typeface="Courier New"/>
                <a:ea typeface="Courier New"/>
                <a:cs typeface="Courier New"/>
                <a:sym typeface="Courier New"/>
              </a:rPr>
              <a:t> | Data Stores | +</a:t>
            </a:r>
            <a:r>
              <a:rPr lang="en-US" sz="1050">
                <a:solidFill>
                  <a:schemeClr val="dk1"/>
                </a:solidFill>
                <a:highlight>
                  <a:schemeClr val="dk1"/>
                </a:highlight>
                <a:latin typeface="Courier New"/>
                <a:ea typeface="Courier New"/>
                <a:cs typeface="Courier New"/>
                <a:sym typeface="Courier New"/>
              </a:rPr>
              <a:t>--------------+</a:t>
            </a:r>
            <a:r>
              <a:rPr lang="en-US" sz="1050">
                <a:solidFill>
                  <a:srgbClr val="FFFFFF"/>
                </a:solidFill>
                <a:highlight>
                  <a:schemeClr val="dk1"/>
                </a:highlight>
                <a:latin typeface="Courier New"/>
                <a:ea typeface="Courier New"/>
                <a:cs typeface="Courier New"/>
                <a:sym typeface="Courier New"/>
              </a:rPr>
              <a:t> | Student Data | | Course D+</a:t>
            </a:r>
            <a:r>
              <a:rPr lang="en-US" sz="1050">
                <a:solidFill>
                  <a:schemeClr val="dk1"/>
                </a:solidFill>
                <a:highlight>
                  <a:schemeClr val="dk1"/>
                </a:highlight>
                <a:latin typeface="Courier New"/>
                <a:ea typeface="Courier New"/>
                <a:cs typeface="Courier New"/>
                <a:sym typeface="Courier New"/>
              </a:rPr>
              <a:t>-------+ +-------+</a:t>
            </a:r>
            <a:r>
              <a:rPr lang="en-US" sz="1050">
                <a:solidFill>
                  <a:srgbClr val="FFFFFF"/>
                </a:solidFill>
                <a:highlight>
                  <a:schemeClr val="dk1"/>
                </a:highlight>
                <a:latin typeface="Courier New"/>
                <a:ea typeface="Courier New"/>
                <a:cs typeface="Courier New"/>
                <a:sym typeface="Courier New"/>
              </a:rPr>
              <a:t> | Data | | Data | | Flows | | Flows | +</a:t>
            </a:r>
            <a:r>
              <a:rPr lang="en-US" sz="1050">
                <a:solidFill>
                  <a:schemeClr val="dk1"/>
                </a:solidFill>
                <a:highlight>
                  <a:schemeClr val="dk1"/>
                </a:highlight>
                <a:latin typeface="Courier New"/>
                <a:ea typeface="Courier New"/>
                <a:cs typeface="Courier New"/>
                <a:sym typeface="Courier New"/>
              </a:rPr>
              <a:t>-------+ +-------+</a:t>
            </a:r>
            <a:r>
              <a:rPr lang="en-US" sz="1050">
                <a:solidFill>
                  <a:srgbClr val="FFFFFF"/>
                </a:solidFill>
                <a:highlight>
                  <a:schemeClr val="dk1"/>
                </a:highlight>
                <a:latin typeface="Courier New"/>
                <a:ea typeface="Courier New"/>
                <a:cs typeface="Courier New"/>
                <a:sym typeface="Courier New"/>
              </a:rPr>
              <a:t> | </a:t>
            </a:r>
            <a:r>
              <a:rPr lang="en-US" sz="1050">
                <a:solidFill>
                  <a:srgbClr val="DF3079"/>
                </a:solidFill>
                <a:highlight>
                  <a:schemeClr val="dk1"/>
                </a:highlight>
                <a:latin typeface="Courier New"/>
                <a:ea typeface="Courier New"/>
                <a:cs typeface="Courier New"/>
                <a:sym typeface="Courier New"/>
              </a:rPr>
              <a:t>1.</a:t>
            </a:r>
            <a:r>
              <a:rPr lang="en-US" sz="1050">
                <a:solidFill>
                  <a:srgbClr val="FFFFFF"/>
                </a:solidFill>
                <a:highlight>
                  <a:schemeClr val="dk1"/>
                </a:highlight>
                <a:latin typeface="Courier New"/>
                <a:ea typeface="Courier New"/>
                <a:cs typeface="Courier New"/>
                <a:sym typeface="Courier New"/>
              </a:rPr>
              <a:t> Student | </a:t>
            </a:r>
            <a:r>
              <a:rPr lang="en-US" sz="1050">
                <a:solidFill>
                  <a:srgbClr val="DF3079"/>
                </a:solidFill>
                <a:highlight>
                  <a:schemeClr val="dk1"/>
                </a:highlight>
                <a:latin typeface="Courier New"/>
                <a:ea typeface="Courier New"/>
                <a:cs typeface="Courier New"/>
                <a:sym typeface="Courier New"/>
              </a:rPr>
              <a:t>1.</a:t>
            </a:r>
            <a:r>
              <a:rPr lang="en-US" sz="1050">
                <a:solidFill>
                  <a:srgbClr val="FFFFFF"/>
                </a:solidFill>
                <a:highlight>
                  <a:schemeClr val="dk1"/>
                </a:highlight>
                <a:latin typeface="Courier New"/>
                <a:ea typeface="Courier New"/>
                <a:cs typeface="Courier New"/>
                <a:sym typeface="Courier New"/>
              </a:rPr>
              <a:t> Attendance | Details | Records | </a:t>
            </a:r>
            <a:r>
              <a:rPr lang="en-US" sz="1050">
                <a:solidFill>
                  <a:srgbClr val="DF3079"/>
                </a:solidFill>
                <a:highlight>
                  <a:schemeClr val="dk1"/>
                </a:highlight>
                <a:latin typeface="Courier New"/>
                <a:ea typeface="Courier New"/>
                <a:cs typeface="Courier New"/>
                <a:sym typeface="Courier New"/>
              </a:rPr>
              <a:t>2.</a:t>
            </a:r>
            <a:r>
              <a:rPr lang="en-US" sz="1050">
                <a:solidFill>
                  <a:srgbClr val="FFFFFF"/>
                </a:solidFill>
                <a:highlight>
                  <a:schemeClr val="dk1"/>
                </a:highlight>
                <a:latin typeface="Courier New"/>
                <a:ea typeface="Courier New"/>
                <a:cs typeface="Courier New"/>
                <a:sym typeface="Courier New"/>
              </a:rPr>
              <a:t> Course | </a:t>
            </a:r>
            <a:r>
              <a:rPr lang="en-US" sz="1050">
                <a:solidFill>
                  <a:srgbClr val="DF3079"/>
                </a:solidFill>
                <a:highlight>
                  <a:schemeClr val="dk1"/>
                </a:highlight>
                <a:latin typeface="Courier New"/>
                <a:ea typeface="Courier New"/>
                <a:cs typeface="Courier New"/>
                <a:sym typeface="Courier New"/>
              </a:rPr>
              <a:t>2.</a:t>
            </a:r>
            <a:r>
              <a:rPr lang="en-US" sz="1050">
                <a:solidFill>
                  <a:srgbClr val="FFFFFF"/>
                </a:solidFill>
                <a:highlight>
                  <a:schemeClr val="dk1"/>
                </a:highlight>
                <a:latin typeface="Courier New"/>
                <a:ea typeface="Courier New"/>
                <a:cs typeface="Courier New"/>
                <a:sym typeface="Courier New"/>
              </a:rPr>
              <a:t> Report Data | Details | | </a:t>
            </a:r>
            <a:r>
              <a:rPr lang="en-US" sz="1050">
                <a:solidFill>
                  <a:srgbClr val="DF3079"/>
                </a:solidFill>
                <a:highlight>
                  <a:schemeClr val="dk1"/>
                </a:highlight>
                <a:latin typeface="Courier New"/>
                <a:ea typeface="Courier New"/>
                <a:cs typeface="Courier New"/>
                <a:sym typeface="Courier New"/>
              </a:rPr>
              <a:t>3.</a:t>
            </a:r>
            <a:r>
              <a:rPr lang="en-US" sz="1050">
                <a:solidFill>
                  <a:srgbClr val="FFFFFF"/>
                </a:solidFill>
                <a:highlight>
                  <a:schemeClr val="dk1"/>
                </a:highlight>
                <a:latin typeface="Courier New"/>
                <a:ea typeface="Courier New"/>
                <a:cs typeface="Courier New"/>
                <a:sym typeface="Courier New"/>
              </a:rPr>
              <a:t> Attendance| | Details | | </a:t>
            </a:r>
            <a:r>
              <a:rPr lang="en-US" sz="1050">
                <a:solidFill>
                  <a:srgbClr val="DF3079"/>
                </a:solidFill>
                <a:highlight>
                  <a:schemeClr val="dk1"/>
                </a:highlight>
                <a:latin typeface="Courier New"/>
                <a:ea typeface="Courier New"/>
                <a:cs typeface="Courier New"/>
                <a:sym typeface="Courier New"/>
              </a:rPr>
              <a:t>4.</a:t>
            </a:r>
            <a:r>
              <a:rPr lang="en-US" sz="1050">
                <a:solidFill>
                  <a:srgbClr val="FFFFFF"/>
                </a:solidFill>
                <a:highlight>
                  <a:schemeClr val="dk1"/>
                </a:highlight>
                <a:latin typeface="Courier New"/>
                <a:ea typeface="Courier New"/>
                <a:cs typeface="Courier New"/>
                <a:sym typeface="Courier New"/>
              </a:rPr>
              <a:t> Report | | Results | +</a:t>
            </a:r>
            <a:r>
              <a:rPr lang="en-US" sz="1050">
                <a:solidFill>
                  <a:schemeClr val="dk1"/>
                </a:solidFill>
                <a:highlight>
                  <a:schemeClr val="dk1"/>
                </a:highlight>
                <a:latin typeface="Courier New"/>
                <a:ea typeface="Courier New"/>
                <a:cs typeface="Courier New"/>
                <a:sym typeface="Courier New"/>
              </a:rPr>
              <a:t>--------------</a:t>
            </a:r>
            <a:endParaRPr sz="1050">
              <a:solidFill>
                <a:schemeClr val="dk1"/>
              </a:solidFill>
              <a:highlight>
                <a:schemeClr val="dk1"/>
              </a:highlight>
              <a:latin typeface="Courier New"/>
              <a:ea typeface="Courier New"/>
              <a:cs typeface="Courier New"/>
              <a:sym typeface="Courier New"/>
            </a:endParaRPr>
          </a:p>
          <a:p>
            <a:pPr marL="0" lvl="0" indent="0" algn="l" rtl="0">
              <a:spcBef>
                <a:spcPts val="0"/>
              </a:spcBef>
              <a:spcAft>
                <a:spcPts val="0"/>
              </a:spcAft>
              <a:buNone/>
            </a:pPr>
            <a:endParaRPr sz="1050">
              <a:solidFill>
                <a:schemeClr val="dk1"/>
              </a:solidFill>
              <a:highlight>
                <a:schemeClr val="dk1"/>
              </a:highlight>
              <a:latin typeface="Courier New"/>
              <a:ea typeface="Courier New"/>
              <a:cs typeface="Courier New"/>
              <a:sym typeface="Courier New"/>
            </a:endParaRPr>
          </a:p>
        </p:txBody>
      </p:sp>
      <p:sp>
        <p:nvSpPr>
          <p:cNvPr id="182" name="Google Shape;182;p1"/>
          <p:cNvSpPr txBox="1"/>
          <p:nvPr/>
        </p:nvSpPr>
        <p:spPr>
          <a:xfrm>
            <a:off x="0" y="0"/>
            <a:ext cx="3000000" cy="34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050">
              <a:solidFill>
                <a:schemeClr val="dk1"/>
              </a:solidFill>
              <a:highlight>
                <a:schemeClr val="dk1"/>
              </a:highlight>
              <a:latin typeface="Courier New"/>
              <a:ea typeface="Courier New"/>
              <a:cs typeface="Courier New"/>
              <a:sym typeface="Courier New"/>
            </a:endParaRPr>
          </a:p>
        </p:txBody>
      </p:sp>
      <p:sp>
        <p:nvSpPr>
          <p:cNvPr id="27" name="Rectangle 26"/>
          <p:cNvSpPr/>
          <p:nvPr/>
        </p:nvSpPr>
        <p:spPr>
          <a:xfrm>
            <a:off x="11887200" y="13830300"/>
            <a:ext cx="20459700" cy="14527054"/>
          </a:xfrm>
          <a:prstGeom prst="rect">
            <a:avLst/>
          </a:prstGeom>
        </p:spPr>
        <p:txBody>
          <a:bodyPr wrap="square">
            <a:spAutoFit/>
          </a:bodyPr>
          <a:lstStyle/>
          <a:p>
            <a:r>
              <a:rPr lang="en-US" b="1" dirty="0" smtClean="0"/>
              <a:t>Problem Statement</a:t>
            </a:r>
            <a:r>
              <a:rPr lang="en-US" dirty="0" smtClean="0"/>
              <a:t>: Low student attendance in some classes.</a:t>
            </a:r>
          </a:p>
          <a:p>
            <a:r>
              <a:rPr lang="en-US" sz="4400" b="1" dirty="0" smtClean="0"/>
              <a:t>Major Causes</a:t>
            </a:r>
            <a:r>
              <a:rPr lang="en-US" sz="4400" dirty="0" smtClean="0"/>
              <a:t>:</a:t>
            </a:r>
          </a:p>
          <a:p>
            <a:pPr lvl="1"/>
            <a:r>
              <a:rPr lang="en-US" sz="4400" dirty="0" smtClean="0"/>
              <a:t>Lack of Student Engagement</a:t>
            </a:r>
          </a:p>
          <a:p>
            <a:pPr lvl="1"/>
            <a:r>
              <a:rPr lang="en-US" sz="4400" dirty="0" smtClean="0"/>
              <a:t>Inadequate Communication</a:t>
            </a:r>
          </a:p>
          <a:p>
            <a:pPr lvl="1"/>
            <a:r>
              <a:rPr lang="en-US" sz="4400" dirty="0" smtClean="0"/>
              <a:t>Technical Issues</a:t>
            </a:r>
          </a:p>
          <a:p>
            <a:r>
              <a:rPr lang="en-US" sz="4400" b="1" dirty="0" smtClean="0"/>
              <a:t>Lack of Student Engagement</a:t>
            </a:r>
            <a:r>
              <a:rPr lang="en-US" sz="4400" dirty="0" smtClean="0"/>
              <a:t>:</a:t>
            </a:r>
          </a:p>
          <a:p>
            <a:pPr lvl="1"/>
            <a:r>
              <a:rPr lang="en-US" sz="4400" dirty="0" smtClean="0"/>
              <a:t>Poor teaching methods</a:t>
            </a:r>
          </a:p>
          <a:p>
            <a:pPr lvl="1"/>
            <a:r>
              <a:rPr lang="en-US" sz="4400" dirty="0" smtClean="0"/>
              <a:t>Lack of interactive learning materials</a:t>
            </a:r>
          </a:p>
          <a:p>
            <a:pPr lvl="1"/>
            <a:r>
              <a:rPr lang="en-US" sz="4400" dirty="0" smtClean="0"/>
              <a:t>Uninteresting course content</a:t>
            </a:r>
          </a:p>
          <a:p>
            <a:r>
              <a:rPr lang="en-US" sz="4400" b="1" dirty="0" smtClean="0"/>
              <a:t>Inadequate Communication</a:t>
            </a:r>
            <a:r>
              <a:rPr lang="en-US" sz="4400" dirty="0" smtClean="0"/>
              <a:t>:</a:t>
            </a:r>
          </a:p>
          <a:p>
            <a:pPr lvl="1"/>
            <a:r>
              <a:rPr lang="en-US" sz="4400" dirty="0" smtClean="0"/>
              <a:t>Ineffective communication between teachers and students</a:t>
            </a:r>
          </a:p>
          <a:p>
            <a:pPr lvl="1"/>
            <a:r>
              <a:rPr lang="en-US" sz="4400" dirty="0" smtClean="0"/>
              <a:t>Lack of notification system for important events</a:t>
            </a:r>
          </a:p>
          <a:p>
            <a:pPr lvl="1"/>
            <a:r>
              <a:rPr lang="en-US" sz="4400" dirty="0" smtClean="0"/>
              <a:t>Poorly designed course schedule</a:t>
            </a:r>
          </a:p>
          <a:p>
            <a:r>
              <a:rPr lang="en-US" sz="4400" b="1" dirty="0" smtClean="0"/>
              <a:t>Technical Issues</a:t>
            </a:r>
            <a:r>
              <a:rPr lang="en-US" sz="4400" dirty="0" smtClean="0"/>
              <a:t>:</a:t>
            </a:r>
          </a:p>
          <a:p>
            <a:pPr lvl="1"/>
            <a:r>
              <a:rPr lang="en-US" sz="4400" dirty="0" smtClean="0"/>
              <a:t>Unreliable attendance tracking system</a:t>
            </a:r>
          </a:p>
          <a:p>
            <a:pPr lvl="1"/>
            <a:r>
              <a:rPr lang="en-US" sz="4400" dirty="0" smtClean="0"/>
              <a:t>Lack of backup mechanisms</a:t>
            </a:r>
          </a:p>
          <a:p>
            <a:pPr lvl="1"/>
            <a:r>
              <a:rPr lang="en-US" sz="4400" dirty="0" smtClean="0"/>
              <a:t>Insufficient training for teachers and students on using the system</a:t>
            </a:r>
          </a:p>
          <a:p>
            <a:r>
              <a:rPr lang="en-US" sz="4400" b="1" dirty="0" smtClean="0"/>
              <a:t>Interrelationships</a:t>
            </a:r>
            <a:r>
              <a:rPr lang="en-US" sz="4400" dirty="0" smtClean="0"/>
              <a:t>:</a:t>
            </a:r>
          </a:p>
          <a:p>
            <a:pPr lvl="1"/>
            <a:r>
              <a:rPr lang="en-US" sz="4400" dirty="0" smtClean="0"/>
              <a:t>Lack of Student Engagement and Inadequate Communication may lead to decreased motivation to attend classes.</a:t>
            </a:r>
          </a:p>
          <a:p>
            <a:pPr lvl="1"/>
            <a:r>
              <a:rPr lang="en-US" sz="4400" dirty="0" smtClean="0"/>
              <a:t>Technical Issues may result in inaccurate attendance data, causing frustration among students and teachers</a:t>
            </a:r>
            <a:r>
              <a:rPr lang="en-US" dirty="0" smtClean="0"/>
              <a:t>.</a:t>
            </a:r>
            <a:endParaRPr lang="en-US" dirty="0"/>
          </a:p>
        </p:txBody>
      </p:sp>
      <p:pic>
        <p:nvPicPr>
          <p:cNvPr id="28" name="Picture 27" descr="Screenshot 2023-11-04 112506.png"/>
          <p:cNvPicPr>
            <a:picLocks noChangeAspect="1"/>
          </p:cNvPicPr>
          <p:nvPr/>
        </p:nvPicPr>
        <p:blipFill>
          <a:blip r:embed="rId4"/>
          <a:stretch>
            <a:fillRect/>
          </a:stretch>
        </p:blipFill>
        <p:spPr>
          <a:xfrm>
            <a:off x="32461200" y="17087850"/>
            <a:ext cx="9625447" cy="9544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6x48-Templat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ithout guides">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357</Words>
  <PresentationFormat>Custom</PresentationFormat>
  <Paragraphs>53</Paragraphs>
  <Slides>1</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vt:i4>
      </vt:variant>
    </vt:vector>
  </HeadingPairs>
  <TitlesOfParts>
    <vt:vector size="10" baseType="lpstr">
      <vt:lpstr>Arial</vt:lpstr>
      <vt:lpstr>Calibri</vt:lpstr>
      <vt:lpstr>Noto Sans Symbols</vt:lpstr>
      <vt:lpstr>Courier New</vt:lpstr>
      <vt:lpstr>Arial Black</vt:lpstr>
      <vt:lpstr>Trebuchet MS</vt:lpstr>
      <vt:lpstr>Office Theme</vt:lpstr>
      <vt:lpstr>36x48-Template</vt:lpstr>
      <vt:lpstr>Without guides</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PosterPresentations.com</dc:creator>
  <cp:lastModifiedBy>acropolis112022@outlook.com</cp:lastModifiedBy>
  <cp:revision>1</cp:revision>
  <dcterms:created xsi:type="dcterms:W3CDTF">2012-02-03T19:11:35Z</dcterms:created>
  <dcterms:modified xsi:type="dcterms:W3CDTF">2023-11-04T07:49:04Z</dcterms:modified>
</cp:coreProperties>
</file>